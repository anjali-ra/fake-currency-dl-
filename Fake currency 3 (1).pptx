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0691813" cy="7559675"/>
  <p:notesSz cx="7559675" cy="10691813"/>
  <p:embeddedFontLst>
    <p:embeddedFont>
      <p:font typeface="Bell MT" panose="02020503060305020303" pitchFamily="18" charset="0"/>
      <p:regular r:id="rId29"/>
      <p:bold r:id="rId30"/>
      <p:italic r:id="rId31"/>
      <p:boldItalic r:id="rId32"/>
    </p:embeddedFont>
    <p:embeddedFont>
      <p:font typeface="Calibri" panose="020F0502020204030204" pitchFamily="34" charset="0"/>
      <p:regular r:id="rId33"/>
      <p:bold r:id="rId34"/>
      <p:italic r:id="rId35"/>
      <p:boldItalic r:id="rId36"/>
    </p:embeddedFont>
    <p:embeddedFont>
      <p:font typeface="Trebuchet MS" panose="020B060302020202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81">
          <p15:clr>
            <a:srgbClr val="A4A3A4"/>
          </p15:clr>
        </p15:guide>
        <p15:guide id="2" pos="3367">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gyH3LHWwfW95SibNHxKbbf7zhK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308" y="56"/>
      </p:cViewPr>
      <p:guideLst>
        <p:guide orient="horz" pos="2381"/>
        <p:guide pos="33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49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49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078413"/>
            <a:ext cx="6048375" cy="4811712"/>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49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49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2: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3: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0: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755650" y="5078413"/>
            <a:ext cx="6048300" cy="4811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1: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txBox="1">
            <a:spLocks noGrp="1"/>
          </p:cNvSpPr>
          <p:nvPr>
            <p:ph type="body" idx="1"/>
          </p:nvPr>
        </p:nvSpPr>
        <p:spPr>
          <a:xfrm>
            <a:off x="755650" y="5078413"/>
            <a:ext cx="6048300" cy="4811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2:notes"/>
          <p:cNvSpPr>
            <a:spLocks noGrp="1" noRot="1" noChangeAspect="1"/>
          </p:cNvSpPr>
          <p:nvPr>
            <p:ph type="sldImg" idx="2"/>
          </p:nvPr>
        </p:nvSpPr>
        <p:spPr>
          <a:xfrm>
            <a:off x="944563" y="801688"/>
            <a:ext cx="5670600" cy="4010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txBox="1">
            <a:spLocks noGrp="1"/>
          </p:cNvSpPr>
          <p:nvPr>
            <p:ph type="body" idx="1"/>
          </p:nvPr>
        </p:nvSpPr>
        <p:spPr>
          <a:xfrm>
            <a:off x="755650" y="5078413"/>
            <a:ext cx="6048300" cy="4811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4:notes"/>
          <p:cNvSpPr>
            <a:spLocks noGrp="1" noRot="1" noChangeAspect="1"/>
          </p:cNvSpPr>
          <p:nvPr>
            <p:ph type="sldImg" idx="2"/>
          </p:nvPr>
        </p:nvSpPr>
        <p:spPr>
          <a:xfrm>
            <a:off x="944563" y="801688"/>
            <a:ext cx="5670600" cy="4010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26: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26: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27: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27: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8: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28: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9: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29: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30: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30: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33: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33: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34: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34: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36: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36: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37: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37: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38: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38: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9: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39: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40: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40: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41: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41: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43: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43: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44: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44: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8"/>
        <p:cNvGrpSpPr/>
        <p:nvPr/>
      </p:nvGrpSpPr>
      <p:grpSpPr>
        <a:xfrm>
          <a:off x="0" y="0"/>
          <a:ext cx="0" cy="0"/>
          <a:chOff x="0" y="0"/>
          <a:chExt cx="0" cy="0"/>
        </a:xfrm>
      </p:grpSpPr>
      <p:sp>
        <p:nvSpPr>
          <p:cNvPr id="19" name="Google Shape;19;p46"/>
          <p:cNvSpPr/>
          <p:nvPr/>
        </p:nvSpPr>
        <p:spPr>
          <a:xfrm>
            <a:off x="2786" y="7055697"/>
            <a:ext cx="10689029" cy="50397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6"/>
          <p:cNvSpPr/>
          <p:nvPr/>
        </p:nvSpPr>
        <p:spPr>
          <a:xfrm>
            <a:off x="15" y="6982410"/>
            <a:ext cx="10689029" cy="7055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6"/>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6"/>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6"/>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47"/>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7"/>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27" name="Google Shape;27;p47"/>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7"/>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7"/>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0"/>
        <p:cNvGrpSpPr/>
        <p:nvPr/>
      </p:nvGrpSpPr>
      <p:grpSpPr>
        <a:xfrm>
          <a:off x="0" y="0"/>
          <a:ext cx="0" cy="0"/>
          <a:chOff x="0" y="0"/>
          <a:chExt cx="0" cy="0"/>
        </a:xfrm>
      </p:grpSpPr>
      <p:sp>
        <p:nvSpPr>
          <p:cNvPr id="31" name="Google Shape;31;p48"/>
          <p:cNvSpPr/>
          <p:nvPr/>
        </p:nvSpPr>
        <p:spPr>
          <a:xfrm>
            <a:off x="2786" y="7055697"/>
            <a:ext cx="10689029" cy="50397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8"/>
          <p:cNvSpPr/>
          <p:nvPr/>
        </p:nvSpPr>
        <p:spPr>
          <a:xfrm>
            <a:off x="15" y="6982410"/>
            <a:ext cx="10689029" cy="7055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8"/>
          <p:cNvSpPr txBox="1">
            <a:spLocks noGrp="1"/>
          </p:cNvSpPr>
          <p:nvPr>
            <p:ph type="ctrTitle"/>
          </p:nvPr>
        </p:nvSpPr>
        <p:spPr>
          <a:xfrm>
            <a:off x="962263" y="836604"/>
            <a:ext cx="8820746" cy="393103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818"/>
              <a:buFont typeface="Calibri"/>
              <a:buNone/>
              <a:defRPr sz="8818">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8"/>
          <p:cNvSpPr txBox="1">
            <a:spLocks noGrp="1"/>
          </p:cNvSpPr>
          <p:nvPr>
            <p:ph type="subTitle" idx="1"/>
          </p:nvPr>
        </p:nvSpPr>
        <p:spPr>
          <a:xfrm>
            <a:off x="964693" y="4911497"/>
            <a:ext cx="8820746" cy="125994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323"/>
              </a:spcBef>
              <a:spcAft>
                <a:spcPts val="0"/>
              </a:spcAft>
              <a:buSzPts val="2646"/>
              <a:buNone/>
              <a:defRPr sz="2646" cap="none">
                <a:solidFill>
                  <a:schemeClr val="dk2"/>
                </a:solidFill>
                <a:latin typeface="Calibri"/>
                <a:ea typeface="Calibri"/>
                <a:cs typeface="Calibri"/>
                <a:sym typeface="Calibri"/>
              </a:defRPr>
            </a:lvl1pPr>
            <a:lvl2pPr lvl="1" algn="ctr">
              <a:lnSpc>
                <a:spcPct val="90000"/>
              </a:lnSpc>
              <a:spcBef>
                <a:spcPts val="220"/>
              </a:spcBef>
              <a:spcAft>
                <a:spcPts val="0"/>
              </a:spcAft>
              <a:buSzPts val="2646"/>
              <a:buNone/>
              <a:defRPr sz="2646"/>
            </a:lvl2pPr>
            <a:lvl3pPr lvl="2" algn="ctr">
              <a:lnSpc>
                <a:spcPct val="90000"/>
              </a:lnSpc>
              <a:spcBef>
                <a:spcPts val="441"/>
              </a:spcBef>
              <a:spcAft>
                <a:spcPts val="0"/>
              </a:spcAft>
              <a:buSzPts val="2646"/>
              <a:buNone/>
              <a:defRPr sz="2646"/>
            </a:lvl3pPr>
            <a:lvl4pPr lvl="3" algn="ctr">
              <a:lnSpc>
                <a:spcPct val="90000"/>
              </a:lnSpc>
              <a:spcBef>
                <a:spcPts val="441"/>
              </a:spcBef>
              <a:spcAft>
                <a:spcPts val="0"/>
              </a:spcAft>
              <a:buSzPts val="2205"/>
              <a:buNone/>
              <a:defRPr sz="2205"/>
            </a:lvl4pPr>
            <a:lvl5pPr lvl="4" algn="ctr">
              <a:lnSpc>
                <a:spcPct val="90000"/>
              </a:lnSpc>
              <a:spcBef>
                <a:spcPts val="441"/>
              </a:spcBef>
              <a:spcAft>
                <a:spcPts val="0"/>
              </a:spcAft>
              <a:buSzPts val="2205"/>
              <a:buNone/>
              <a:defRPr sz="2205"/>
            </a:lvl5pPr>
            <a:lvl6pPr lvl="5" algn="ctr">
              <a:lnSpc>
                <a:spcPct val="90000"/>
              </a:lnSpc>
              <a:spcBef>
                <a:spcPts val="441"/>
              </a:spcBef>
              <a:spcAft>
                <a:spcPts val="0"/>
              </a:spcAft>
              <a:buSzPts val="2205"/>
              <a:buNone/>
              <a:defRPr sz="2205"/>
            </a:lvl6pPr>
            <a:lvl7pPr lvl="6" algn="ctr">
              <a:lnSpc>
                <a:spcPct val="90000"/>
              </a:lnSpc>
              <a:spcBef>
                <a:spcPts val="441"/>
              </a:spcBef>
              <a:spcAft>
                <a:spcPts val="0"/>
              </a:spcAft>
              <a:buSzPts val="2205"/>
              <a:buNone/>
              <a:defRPr sz="2205"/>
            </a:lvl7pPr>
            <a:lvl8pPr lvl="7" algn="ctr">
              <a:lnSpc>
                <a:spcPct val="90000"/>
              </a:lnSpc>
              <a:spcBef>
                <a:spcPts val="441"/>
              </a:spcBef>
              <a:spcAft>
                <a:spcPts val="0"/>
              </a:spcAft>
              <a:buSzPts val="2205"/>
              <a:buNone/>
              <a:defRPr sz="2205"/>
            </a:lvl8pPr>
            <a:lvl9pPr lvl="8" algn="ctr">
              <a:lnSpc>
                <a:spcPct val="90000"/>
              </a:lnSpc>
              <a:spcBef>
                <a:spcPts val="441"/>
              </a:spcBef>
              <a:spcAft>
                <a:spcPts val="441"/>
              </a:spcAft>
              <a:buSzPts val="2205"/>
              <a:buNone/>
              <a:defRPr sz="2205"/>
            </a:lvl9pPr>
          </a:lstStyle>
          <a:p>
            <a:endParaRPr/>
          </a:p>
        </p:txBody>
      </p:sp>
      <p:sp>
        <p:nvSpPr>
          <p:cNvPr id="35" name="Google Shape;35;p48"/>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8"/>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8"/>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cxnSp>
        <p:nvCxnSpPr>
          <p:cNvPr id="38" name="Google Shape;38;p48"/>
          <p:cNvCxnSpPr/>
          <p:nvPr/>
        </p:nvCxnSpPr>
        <p:spPr>
          <a:xfrm>
            <a:off x="1059060" y="4787794"/>
            <a:ext cx="8660369"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9"/>
        <p:cNvGrpSpPr/>
        <p:nvPr/>
      </p:nvGrpSpPr>
      <p:grpSpPr>
        <a:xfrm>
          <a:off x="0" y="0"/>
          <a:ext cx="0" cy="0"/>
          <a:chOff x="0" y="0"/>
          <a:chExt cx="0" cy="0"/>
        </a:xfrm>
      </p:grpSpPr>
      <p:sp>
        <p:nvSpPr>
          <p:cNvPr id="40" name="Google Shape;40;p49"/>
          <p:cNvSpPr/>
          <p:nvPr/>
        </p:nvSpPr>
        <p:spPr>
          <a:xfrm>
            <a:off x="2786" y="7055697"/>
            <a:ext cx="10689029" cy="50397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9"/>
          <p:cNvSpPr/>
          <p:nvPr/>
        </p:nvSpPr>
        <p:spPr>
          <a:xfrm>
            <a:off x="15" y="6982410"/>
            <a:ext cx="10689029" cy="7055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9"/>
          <p:cNvSpPr txBox="1">
            <a:spLocks noGrp="1"/>
          </p:cNvSpPr>
          <p:nvPr>
            <p:ph type="title"/>
          </p:nvPr>
        </p:nvSpPr>
        <p:spPr>
          <a:xfrm>
            <a:off x="962263" y="836604"/>
            <a:ext cx="8820746" cy="393103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818"/>
              <a:buFont typeface="Calibri"/>
              <a:buNone/>
              <a:defRPr sz="8818"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9"/>
          <p:cNvSpPr txBox="1">
            <a:spLocks noGrp="1"/>
          </p:cNvSpPr>
          <p:nvPr>
            <p:ph type="body" idx="1"/>
          </p:nvPr>
        </p:nvSpPr>
        <p:spPr>
          <a:xfrm>
            <a:off x="962263" y="4908749"/>
            <a:ext cx="8820746" cy="125994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323"/>
              </a:spcBef>
              <a:spcAft>
                <a:spcPts val="0"/>
              </a:spcAft>
              <a:buSzPts val="2646"/>
              <a:buNone/>
              <a:defRPr sz="2646" cap="none">
                <a:solidFill>
                  <a:schemeClr val="dk2"/>
                </a:solidFill>
                <a:latin typeface="Calibri"/>
                <a:ea typeface="Calibri"/>
                <a:cs typeface="Calibri"/>
                <a:sym typeface="Calibri"/>
              </a:defRPr>
            </a:lvl1pPr>
            <a:lvl2pPr marL="914400" lvl="1" indent="-228600" algn="l">
              <a:lnSpc>
                <a:spcPct val="90000"/>
              </a:lnSpc>
              <a:spcBef>
                <a:spcPts val="220"/>
              </a:spcBef>
              <a:spcAft>
                <a:spcPts val="0"/>
              </a:spcAft>
              <a:buSzPts val="1984"/>
              <a:buNone/>
              <a:defRPr sz="1984">
                <a:solidFill>
                  <a:srgbClr val="888888"/>
                </a:solidFill>
              </a:defRPr>
            </a:lvl2pPr>
            <a:lvl3pPr marL="1371600" lvl="2" indent="-228600" algn="l">
              <a:lnSpc>
                <a:spcPct val="90000"/>
              </a:lnSpc>
              <a:spcBef>
                <a:spcPts val="441"/>
              </a:spcBef>
              <a:spcAft>
                <a:spcPts val="0"/>
              </a:spcAft>
              <a:buSzPts val="1764"/>
              <a:buNone/>
              <a:defRPr sz="1764">
                <a:solidFill>
                  <a:srgbClr val="888888"/>
                </a:solidFill>
              </a:defRPr>
            </a:lvl3pPr>
            <a:lvl4pPr marL="1828800" lvl="3" indent="-228600" algn="l">
              <a:lnSpc>
                <a:spcPct val="90000"/>
              </a:lnSpc>
              <a:spcBef>
                <a:spcPts val="441"/>
              </a:spcBef>
              <a:spcAft>
                <a:spcPts val="0"/>
              </a:spcAft>
              <a:buSzPts val="1543"/>
              <a:buNone/>
              <a:defRPr sz="1543">
                <a:solidFill>
                  <a:srgbClr val="888888"/>
                </a:solidFill>
              </a:defRPr>
            </a:lvl4pPr>
            <a:lvl5pPr marL="2286000" lvl="4" indent="-228600" algn="l">
              <a:lnSpc>
                <a:spcPct val="90000"/>
              </a:lnSpc>
              <a:spcBef>
                <a:spcPts val="441"/>
              </a:spcBef>
              <a:spcAft>
                <a:spcPts val="0"/>
              </a:spcAft>
              <a:buSzPts val="1543"/>
              <a:buNone/>
              <a:defRPr sz="1543">
                <a:solidFill>
                  <a:srgbClr val="888888"/>
                </a:solidFill>
              </a:defRPr>
            </a:lvl5pPr>
            <a:lvl6pPr marL="2743200" lvl="5" indent="-228600" algn="l">
              <a:lnSpc>
                <a:spcPct val="90000"/>
              </a:lnSpc>
              <a:spcBef>
                <a:spcPts val="441"/>
              </a:spcBef>
              <a:spcAft>
                <a:spcPts val="0"/>
              </a:spcAft>
              <a:buSzPts val="1543"/>
              <a:buNone/>
              <a:defRPr sz="1543">
                <a:solidFill>
                  <a:srgbClr val="888888"/>
                </a:solidFill>
              </a:defRPr>
            </a:lvl6pPr>
            <a:lvl7pPr marL="3200400" lvl="6" indent="-228600" algn="l">
              <a:lnSpc>
                <a:spcPct val="90000"/>
              </a:lnSpc>
              <a:spcBef>
                <a:spcPts val="441"/>
              </a:spcBef>
              <a:spcAft>
                <a:spcPts val="0"/>
              </a:spcAft>
              <a:buSzPts val="1543"/>
              <a:buNone/>
              <a:defRPr sz="1543">
                <a:solidFill>
                  <a:srgbClr val="888888"/>
                </a:solidFill>
              </a:defRPr>
            </a:lvl7pPr>
            <a:lvl8pPr marL="3657600" lvl="7" indent="-228600" algn="l">
              <a:lnSpc>
                <a:spcPct val="90000"/>
              </a:lnSpc>
              <a:spcBef>
                <a:spcPts val="441"/>
              </a:spcBef>
              <a:spcAft>
                <a:spcPts val="0"/>
              </a:spcAft>
              <a:buSzPts val="1543"/>
              <a:buNone/>
              <a:defRPr sz="1543">
                <a:solidFill>
                  <a:srgbClr val="888888"/>
                </a:solidFill>
              </a:defRPr>
            </a:lvl8pPr>
            <a:lvl9pPr marL="4114800" lvl="8" indent="-228600" algn="l">
              <a:lnSpc>
                <a:spcPct val="90000"/>
              </a:lnSpc>
              <a:spcBef>
                <a:spcPts val="441"/>
              </a:spcBef>
              <a:spcAft>
                <a:spcPts val="441"/>
              </a:spcAft>
              <a:buSzPts val="1543"/>
              <a:buNone/>
              <a:defRPr sz="1543">
                <a:solidFill>
                  <a:srgbClr val="888888"/>
                </a:solidFill>
              </a:defRPr>
            </a:lvl9pPr>
          </a:lstStyle>
          <a:p>
            <a:endParaRPr/>
          </a:p>
        </p:txBody>
      </p:sp>
      <p:sp>
        <p:nvSpPr>
          <p:cNvPr id="44" name="Google Shape;44;p49"/>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9"/>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9"/>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cxnSp>
        <p:nvCxnSpPr>
          <p:cNvPr id="47" name="Google Shape;47;p49"/>
          <p:cNvCxnSpPr/>
          <p:nvPr/>
        </p:nvCxnSpPr>
        <p:spPr>
          <a:xfrm>
            <a:off x="1059060" y="4787794"/>
            <a:ext cx="8660369"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50"/>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50"/>
          <p:cNvSpPr txBox="1">
            <a:spLocks noGrp="1"/>
          </p:cNvSpPr>
          <p:nvPr>
            <p:ph type="body" idx="1"/>
          </p:nvPr>
        </p:nvSpPr>
        <p:spPr>
          <a:xfrm>
            <a:off x="962263" y="2034580"/>
            <a:ext cx="4330184" cy="443500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51" name="Google Shape;51;p50"/>
          <p:cNvSpPr txBox="1">
            <a:spLocks noGrp="1"/>
          </p:cNvSpPr>
          <p:nvPr>
            <p:ph type="body" idx="2"/>
          </p:nvPr>
        </p:nvSpPr>
        <p:spPr>
          <a:xfrm>
            <a:off x="5452825" y="2034583"/>
            <a:ext cx="4330184" cy="4435008"/>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52" name="Google Shape;52;p50"/>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0"/>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0"/>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51"/>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51"/>
          <p:cNvSpPr txBox="1">
            <a:spLocks noGrp="1"/>
          </p:cNvSpPr>
          <p:nvPr>
            <p:ph type="body" idx="1"/>
          </p:nvPr>
        </p:nvSpPr>
        <p:spPr>
          <a:xfrm>
            <a:off x="962263" y="2034930"/>
            <a:ext cx="4330184" cy="81161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323"/>
              </a:spcBef>
              <a:spcAft>
                <a:spcPts val="0"/>
              </a:spcAft>
              <a:buSzPts val="2205"/>
              <a:buNone/>
              <a:defRPr sz="2205" b="0" cap="none">
                <a:solidFill>
                  <a:schemeClr val="dk2"/>
                </a:solidFill>
              </a:defRPr>
            </a:lvl1pPr>
            <a:lvl2pPr marL="914400" lvl="1" indent="-228600" algn="l">
              <a:lnSpc>
                <a:spcPct val="90000"/>
              </a:lnSpc>
              <a:spcBef>
                <a:spcPts val="220"/>
              </a:spcBef>
              <a:spcAft>
                <a:spcPts val="0"/>
              </a:spcAft>
              <a:buSzPts val="2205"/>
              <a:buNone/>
              <a:defRPr sz="2205" b="1"/>
            </a:lvl2pPr>
            <a:lvl3pPr marL="1371600" lvl="2" indent="-228600" algn="l">
              <a:lnSpc>
                <a:spcPct val="90000"/>
              </a:lnSpc>
              <a:spcBef>
                <a:spcPts val="441"/>
              </a:spcBef>
              <a:spcAft>
                <a:spcPts val="0"/>
              </a:spcAft>
              <a:buSzPts val="1984"/>
              <a:buNone/>
              <a:defRPr sz="1984" b="1"/>
            </a:lvl3pPr>
            <a:lvl4pPr marL="1828800" lvl="3" indent="-228600" algn="l">
              <a:lnSpc>
                <a:spcPct val="90000"/>
              </a:lnSpc>
              <a:spcBef>
                <a:spcPts val="441"/>
              </a:spcBef>
              <a:spcAft>
                <a:spcPts val="0"/>
              </a:spcAft>
              <a:buSzPts val="1764"/>
              <a:buNone/>
              <a:defRPr sz="1764" b="1"/>
            </a:lvl4pPr>
            <a:lvl5pPr marL="2286000" lvl="4" indent="-228600" algn="l">
              <a:lnSpc>
                <a:spcPct val="90000"/>
              </a:lnSpc>
              <a:spcBef>
                <a:spcPts val="441"/>
              </a:spcBef>
              <a:spcAft>
                <a:spcPts val="0"/>
              </a:spcAft>
              <a:buSzPts val="1764"/>
              <a:buNone/>
              <a:defRPr sz="1764" b="1"/>
            </a:lvl5pPr>
            <a:lvl6pPr marL="2743200" lvl="5" indent="-228600" algn="l">
              <a:lnSpc>
                <a:spcPct val="90000"/>
              </a:lnSpc>
              <a:spcBef>
                <a:spcPts val="441"/>
              </a:spcBef>
              <a:spcAft>
                <a:spcPts val="0"/>
              </a:spcAft>
              <a:buSzPts val="1764"/>
              <a:buNone/>
              <a:defRPr sz="1764" b="1"/>
            </a:lvl6pPr>
            <a:lvl7pPr marL="3200400" lvl="6" indent="-228600" algn="l">
              <a:lnSpc>
                <a:spcPct val="90000"/>
              </a:lnSpc>
              <a:spcBef>
                <a:spcPts val="441"/>
              </a:spcBef>
              <a:spcAft>
                <a:spcPts val="0"/>
              </a:spcAft>
              <a:buSzPts val="1764"/>
              <a:buNone/>
              <a:defRPr sz="1764" b="1"/>
            </a:lvl7pPr>
            <a:lvl8pPr marL="3657600" lvl="7" indent="-228600" algn="l">
              <a:lnSpc>
                <a:spcPct val="90000"/>
              </a:lnSpc>
              <a:spcBef>
                <a:spcPts val="441"/>
              </a:spcBef>
              <a:spcAft>
                <a:spcPts val="0"/>
              </a:spcAft>
              <a:buSzPts val="1764"/>
              <a:buNone/>
              <a:defRPr sz="1764" b="1"/>
            </a:lvl8pPr>
            <a:lvl9pPr marL="4114800" lvl="8" indent="-228600" algn="l">
              <a:lnSpc>
                <a:spcPct val="90000"/>
              </a:lnSpc>
              <a:spcBef>
                <a:spcPts val="441"/>
              </a:spcBef>
              <a:spcAft>
                <a:spcPts val="441"/>
              </a:spcAft>
              <a:buSzPts val="1764"/>
              <a:buNone/>
              <a:defRPr sz="1764" b="1"/>
            </a:lvl9pPr>
          </a:lstStyle>
          <a:p>
            <a:endParaRPr/>
          </a:p>
        </p:txBody>
      </p:sp>
      <p:sp>
        <p:nvSpPr>
          <p:cNvPr id="58" name="Google Shape;58;p51"/>
          <p:cNvSpPr txBox="1">
            <a:spLocks noGrp="1"/>
          </p:cNvSpPr>
          <p:nvPr>
            <p:ph type="body" idx="2"/>
          </p:nvPr>
        </p:nvSpPr>
        <p:spPr>
          <a:xfrm>
            <a:off x="962263" y="2846545"/>
            <a:ext cx="4330184" cy="3623044"/>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59" name="Google Shape;59;p51"/>
          <p:cNvSpPr txBox="1">
            <a:spLocks noGrp="1"/>
          </p:cNvSpPr>
          <p:nvPr>
            <p:ph type="body" idx="3"/>
          </p:nvPr>
        </p:nvSpPr>
        <p:spPr>
          <a:xfrm>
            <a:off x="5452825" y="2034930"/>
            <a:ext cx="4330184" cy="81161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323"/>
              </a:spcBef>
              <a:spcAft>
                <a:spcPts val="0"/>
              </a:spcAft>
              <a:buSzPts val="2205"/>
              <a:buNone/>
              <a:defRPr sz="2205" b="0" cap="none">
                <a:solidFill>
                  <a:schemeClr val="dk2"/>
                </a:solidFill>
              </a:defRPr>
            </a:lvl1pPr>
            <a:lvl2pPr marL="914400" lvl="1" indent="-228600" algn="l">
              <a:lnSpc>
                <a:spcPct val="90000"/>
              </a:lnSpc>
              <a:spcBef>
                <a:spcPts val="220"/>
              </a:spcBef>
              <a:spcAft>
                <a:spcPts val="0"/>
              </a:spcAft>
              <a:buSzPts val="2205"/>
              <a:buNone/>
              <a:defRPr sz="2205" b="1"/>
            </a:lvl2pPr>
            <a:lvl3pPr marL="1371600" lvl="2" indent="-228600" algn="l">
              <a:lnSpc>
                <a:spcPct val="90000"/>
              </a:lnSpc>
              <a:spcBef>
                <a:spcPts val="441"/>
              </a:spcBef>
              <a:spcAft>
                <a:spcPts val="0"/>
              </a:spcAft>
              <a:buSzPts val="1984"/>
              <a:buNone/>
              <a:defRPr sz="1984" b="1"/>
            </a:lvl3pPr>
            <a:lvl4pPr marL="1828800" lvl="3" indent="-228600" algn="l">
              <a:lnSpc>
                <a:spcPct val="90000"/>
              </a:lnSpc>
              <a:spcBef>
                <a:spcPts val="441"/>
              </a:spcBef>
              <a:spcAft>
                <a:spcPts val="0"/>
              </a:spcAft>
              <a:buSzPts val="1764"/>
              <a:buNone/>
              <a:defRPr sz="1764" b="1"/>
            </a:lvl4pPr>
            <a:lvl5pPr marL="2286000" lvl="4" indent="-228600" algn="l">
              <a:lnSpc>
                <a:spcPct val="90000"/>
              </a:lnSpc>
              <a:spcBef>
                <a:spcPts val="441"/>
              </a:spcBef>
              <a:spcAft>
                <a:spcPts val="0"/>
              </a:spcAft>
              <a:buSzPts val="1764"/>
              <a:buNone/>
              <a:defRPr sz="1764" b="1"/>
            </a:lvl5pPr>
            <a:lvl6pPr marL="2743200" lvl="5" indent="-228600" algn="l">
              <a:lnSpc>
                <a:spcPct val="90000"/>
              </a:lnSpc>
              <a:spcBef>
                <a:spcPts val="441"/>
              </a:spcBef>
              <a:spcAft>
                <a:spcPts val="0"/>
              </a:spcAft>
              <a:buSzPts val="1764"/>
              <a:buNone/>
              <a:defRPr sz="1764" b="1"/>
            </a:lvl6pPr>
            <a:lvl7pPr marL="3200400" lvl="6" indent="-228600" algn="l">
              <a:lnSpc>
                <a:spcPct val="90000"/>
              </a:lnSpc>
              <a:spcBef>
                <a:spcPts val="441"/>
              </a:spcBef>
              <a:spcAft>
                <a:spcPts val="0"/>
              </a:spcAft>
              <a:buSzPts val="1764"/>
              <a:buNone/>
              <a:defRPr sz="1764" b="1"/>
            </a:lvl7pPr>
            <a:lvl8pPr marL="3657600" lvl="7" indent="-228600" algn="l">
              <a:lnSpc>
                <a:spcPct val="90000"/>
              </a:lnSpc>
              <a:spcBef>
                <a:spcPts val="441"/>
              </a:spcBef>
              <a:spcAft>
                <a:spcPts val="0"/>
              </a:spcAft>
              <a:buSzPts val="1764"/>
              <a:buNone/>
              <a:defRPr sz="1764" b="1"/>
            </a:lvl8pPr>
            <a:lvl9pPr marL="4114800" lvl="8" indent="-228600" algn="l">
              <a:lnSpc>
                <a:spcPct val="90000"/>
              </a:lnSpc>
              <a:spcBef>
                <a:spcPts val="441"/>
              </a:spcBef>
              <a:spcAft>
                <a:spcPts val="441"/>
              </a:spcAft>
              <a:buSzPts val="1764"/>
              <a:buNone/>
              <a:defRPr sz="1764" b="1"/>
            </a:lvl9pPr>
          </a:lstStyle>
          <a:p>
            <a:endParaRPr/>
          </a:p>
        </p:txBody>
      </p:sp>
      <p:sp>
        <p:nvSpPr>
          <p:cNvPr id="60" name="Google Shape;60;p51"/>
          <p:cNvSpPr txBox="1">
            <a:spLocks noGrp="1"/>
          </p:cNvSpPr>
          <p:nvPr>
            <p:ph type="body" idx="4"/>
          </p:nvPr>
        </p:nvSpPr>
        <p:spPr>
          <a:xfrm>
            <a:off x="5452825" y="2846545"/>
            <a:ext cx="4330184" cy="3623044"/>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61" name="Google Shape;61;p51"/>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1"/>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1"/>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52"/>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52"/>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2"/>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52"/>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9"/>
        <p:cNvGrpSpPr/>
        <p:nvPr/>
      </p:nvGrpSpPr>
      <p:grpSpPr>
        <a:xfrm>
          <a:off x="0" y="0"/>
          <a:ext cx="0" cy="0"/>
          <a:chOff x="0" y="0"/>
          <a:chExt cx="0" cy="0"/>
        </a:xfrm>
      </p:grpSpPr>
      <p:sp>
        <p:nvSpPr>
          <p:cNvPr id="70" name="Google Shape;70;p53"/>
          <p:cNvSpPr/>
          <p:nvPr/>
        </p:nvSpPr>
        <p:spPr>
          <a:xfrm>
            <a:off x="16" y="0"/>
            <a:ext cx="3552354" cy="7559675"/>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3"/>
          <p:cNvSpPr/>
          <p:nvPr/>
        </p:nvSpPr>
        <p:spPr>
          <a:xfrm>
            <a:off x="3542953" y="0"/>
            <a:ext cx="56132" cy="7559675"/>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3"/>
          <p:cNvSpPr txBox="1">
            <a:spLocks noGrp="1"/>
          </p:cNvSpPr>
          <p:nvPr>
            <p:ph type="title"/>
          </p:nvPr>
        </p:nvSpPr>
        <p:spPr>
          <a:xfrm>
            <a:off x="400943" y="655171"/>
            <a:ext cx="2806601" cy="2519892"/>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968"/>
              <a:buFont typeface="Calibri"/>
              <a:buNone/>
              <a:defRPr sz="3968"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53"/>
          <p:cNvSpPr txBox="1">
            <a:spLocks noGrp="1"/>
          </p:cNvSpPr>
          <p:nvPr>
            <p:ph type="body" idx="1"/>
          </p:nvPr>
        </p:nvSpPr>
        <p:spPr>
          <a:xfrm>
            <a:off x="4045955" y="806365"/>
            <a:ext cx="5857337" cy="5795751"/>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74" name="Google Shape;74;p53"/>
          <p:cNvSpPr txBox="1">
            <a:spLocks noGrp="1"/>
          </p:cNvSpPr>
          <p:nvPr>
            <p:ph type="body" idx="2"/>
          </p:nvPr>
        </p:nvSpPr>
        <p:spPr>
          <a:xfrm>
            <a:off x="400943" y="3225462"/>
            <a:ext cx="2806601" cy="372485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323"/>
              </a:spcBef>
              <a:spcAft>
                <a:spcPts val="0"/>
              </a:spcAft>
              <a:buSzPts val="1653"/>
              <a:buNone/>
              <a:defRPr sz="1653">
                <a:solidFill>
                  <a:srgbClr val="FFFFFF"/>
                </a:solidFill>
              </a:defRPr>
            </a:lvl1pPr>
            <a:lvl2pPr marL="914400" lvl="1" indent="-228600" algn="l">
              <a:lnSpc>
                <a:spcPct val="90000"/>
              </a:lnSpc>
              <a:spcBef>
                <a:spcPts val="220"/>
              </a:spcBef>
              <a:spcAft>
                <a:spcPts val="0"/>
              </a:spcAft>
              <a:buSzPts val="1323"/>
              <a:buNone/>
              <a:defRPr sz="1323"/>
            </a:lvl2pPr>
            <a:lvl3pPr marL="1371600" lvl="2" indent="-228600" algn="l">
              <a:lnSpc>
                <a:spcPct val="90000"/>
              </a:lnSpc>
              <a:spcBef>
                <a:spcPts val="441"/>
              </a:spcBef>
              <a:spcAft>
                <a:spcPts val="0"/>
              </a:spcAft>
              <a:buSzPts val="1102"/>
              <a:buNone/>
              <a:defRPr sz="1102"/>
            </a:lvl3pPr>
            <a:lvl4pPr marL="1828800" lvl="3" indent="-228600" algn="l">
              <a:lnSpc>
                <a:spcPct val="90000"/>
              </a:lnSpc>
              <a:spcBef>
                <a:spcPts val="441"/>
              </a:spcBef>
              <a:spcAft>
                <a:spcPts val="0"/>
              </a:spcAft>
              <a:buSzPts val="992"/>
              <a:buNone/>
              <a:defRPr sz="992"/>
            </a:lvl4pPr>
            <a:lvl5pPr marL="2286000" lvl="4" indent="-228600" algn="l">
              <a:lnSpc>
                <a:spcPct val="90000"/>
              </a:lnSpc>
              <a:spcBef>
                <a:spcPts val="441"/>
              </a:spcBef>
              <a:spcAft>
                <a:spcPts val="0"/>
              </a:spcAft>
              <a:buSzPts val="992"/>
              <a:buNone/>
              <a:defRPr sz="992"/>
            </a:lvl5pPr>
            <a:lvl6pPr marL="2743200" lvl="5" indent="-228600" algn="l">
              <a:lnSpc>
                <a:spcPct val="90000"/>
              </a:lnSpc>
              <a:spcBef>
                <a:spcPts val="441"/>
              </a:spcBef>
              <a:spcAft>
                <a:spcPts val="0"/>
              </a:spcAft>
              <a:buSzPts val="992"/>
              <a:buNone/>
              <a:defRPr sz="992"/>
            </a:lvl6pPr>
            <a:lvl7pPr marL="3200400" lvl="6" indent="-228600" algn="l">
              <a:lnSpc>
                <a:spcPct val="90000"/>
              </a:lnSpc>
              <a:spcBef>
                <a:spcPts val="441"/>
              </a:spcBef>
              <a:spcAft>
                <a:spcPts val="0"/>
              </a:spcAft>
              <a:buSzPts val="992"/>
              <a:buNone/>
              <a:defRPr sz="992"/>
            </a:lvl7pPr>
            <a:lvl8pPr marL="3657600" lvl="7" indent="-228600" algn="l">
              <a:lnSpc>
                <a:spcPct val="90000"/>
              </a:lnSpc>
              <a:spcBef>
                <a:spcPts val="441"/>
              </a:spcBef>
              <a:spcAft>
                <a:spcPts val="0"/>
              </a:spcAft>
              <a:buSzPts val="992"/>
              <a:buNone/>
              <a:defRPr sz="992"/>
            </a:lvl8pPr>
            <a:lvl9pPr marL="4114800" lvl="8" indent="-228600" algn="l">
              <a:lnSpc>
                <a:spcPct val="90000"/>
              </a:lnSpc>
              <a:spcBef>
                <a:spcPts val="441"/>
              </a:spcBef>
              <a:spcAft>
                <a:spcPts val="441"/>
              </a:spcAft>
              <a:buSzPts val="992"/>
              <a:buNone/>
              <a:defRPr sz="992"/>
            </a:lvl9pPr>
          </a:lstStyle>
          <a:p>
            <a:endParaRPr/>
          </a:p>
        </p:txBody>
      </p:sp>
      <p:sp>
        <p:nvSpPr>
          <p:cNvPr id="75" name="Google Shape;75;p53"/>
          <p:cNvSpPr txBox="1">
            <a:spLocks noGrp="1"/>
          </p:cNvSpPr>
          <p:nvPr>
            <p:ph type="dt" idx="10"/>
          </p:nvPr>
        </p:nvSpPr>
        <p:spPr>
          <a:xfrm>
            <a:off x="408233" y="7120718"/>
            <a:ext cx="2296311"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4209901" y="7120718"/>
            <a:ext cx="4076254"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400" b="0" strike="noStrike">
                <a:solidFill>
                  <a:schemeClr val="dk2"/>
                </a:solidFill>
                <a:latin typeface="Times New Roman"/>
                <a:ea typeface="Times New Roman"/>
                <a:cs typeface="Times New Roman"/>
                <a:sym typeface="Times New Roman"/>
              </a:defRPr>
            </a:lvl1pPr>
            <a:lvl2pPr marL="0" marR="0" lvl="1" indent="0" algn="r">
              <a:spcBef>
                <a:spcPts val="0"/>
              </a:spcBef>
              <a:buNone/>
              <a:defRPr sz="1400" b="0" strike="noStrike">
                <a:solidFill>
                  <a:schemeClr val="dk2"/>
                </a:solidFill>
                <a:latin typeface="Times New Roman"/>
                <a:ea typeface="Times New Roman"/>
                <a:cs typeface="Times New Roman"/>
                <a:sym typeface="Times New Roman"/>
              </a:defRPr>
            </a:lvl2pPr>
            <a:lvl3pPr marL="0" marR="0" lvl="2" indent="0" algn="r">
              <a:spcBef>
                <a:spcPts val="0"/>
              </a:spcBef>
              <a:buNone/>
              <a:defRPr sz="1400" b="0" strike="noStrike">
                <a:solidFill>
                  <a:schemeClr val="dk2"/>
                </a:solidFill>
                <a:latin typeface="Times New Roman"/>
                <a:ea typeface="Times New Roman"/>
                <a:cs typeface="Times New Roman"/>
                <a:sym typeface="Times New Roman"/>
              </a:defRPr>
            </a:lvl3pPr>
            <a:lvl4pPr marL="0" marR="0" lvl="3" indent="0" algn="r">
              <a:spcBef>
                <a:spcPts val="0"/>
              </a:spcBef>
              <a:buNone/>
              <a:defRPr sz="1400" b="0" strike="noStrike">
                <a:solidFill>
                  <a:schemeClr val="dk2"/>
                </a:solidFill>
                <a:latin typeface="Times New Roman"/>
                <a:ea typeface="Times New Roman"/>
                <a:cs typeface="Times New Roman"/>
                <a:sym typeface="Times New Roman"/>
              </a:defRPr>
            </a:lvl4pPr>
            <a:lvl5pPr marL="0" marR="0" lvl="4" indent="0" algn="r">
              <a:spcBef>
                <a:spcPts val="0"/>
              </a:spcBef>
              <a:buNone/>
              <a:defRPr sz="1400" b="0" strike="noStrike">
                <a:solidFill>
                  <a:schemeClr val="dk2"/>
                </a:solidFill>
                <a:latin typeface="Times New Roman"/>
                <a:ea typeface="Times New Roman"/>
                <a:cs typeface="Times New Roman"/>
                <a:sym typeface="Times New Roman"/>
              </a:defRPr>
            </a:lvl5pPr>
            <a:lvl6pPr marL="0" marR="0" lvl="5" indent="0" algn="r">
              <a:spcBef>
                <a:spcPts val="0"/>
              </a:spcBef>
              <a:buNone/>
              <a:defRPr sz="1400" b="0" strike="noStrike">
                <a:solidFill>
                  <a:schemeClr val="dk2"/>
                </a:solidFill>
                <a:latin typeface="Times New Roman"/>
                <a:ea typeface="Times New Roman"/>
                <a:cs typeface="Times New Roman"/>
                <a:sym typeface="Times New Roman"/>
              </a:defRPr>
            </a:lvl6pPr>
            <a:lvl7pPr marL="0" marR="0" lvl="6" indent="0" algn="r">
              <a:spcBef>
                <a:spcPts val="0"/>
              </a:spcBef>
              <a:buNone/>
              <a:defRPr sz="1400" b="0" strike="noStrike">
                <a:solidFill>
                  <a:schemeClr val="dk2"/>
                </a:solidFill>
                <a:latin typeface="Times New Roman"/>
                <a:ea typeface="Times New Roman"/>
                <a:cs typeface="Times New Roman"/>
                <a:sym typeface="Times New Roman"/>
              </a:defRPr>
            </a:lvl7pPr>
            <a:lvl8pPr marL="0" marR="0" lvl="7" indent="0" algn="r">
              <a:spcBef>
                <a:spcPts val="0"/>
              </a:spcBef>
              <a:buNone/>
              <a:defRPr sz="1400" b="0" strike="noStrike">
                <a:solidFill>
                  <a:schemeClr val="dk2"/>
                </a:solidFill>
                <a:latin typeface="Times New Roman"/>
                <a:ea typeface="Times New Roman"/>
                <a:cs typeface="Times New Roman"/>
                <a:sym typeface="Times New Roman"/>
              </a:defRPr>
            </a:lvl8pPr>
            <a:lvl9pPr marL="0" marR="0" lvl="8" indent="0" algn="r">
              <a:spcBef>
                <a:spcPts val="0"/>
              </a:spcBef>
              <a:buNone/>
              <a:defRPr sz="1400" b="0" strike="noStrike">
                <a:solidFill>
                  <a:schemeClr val="dk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54"/>
          <p:cNvSpPr/>
          <p:nvPr/>
        </p:nvSpPr>
        <p:spPr>
          <a:xfrm>
            <a:off x="1" y="5459765"/>
            <a:ext cx="10689029" cy="209991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4"/>
          <p:cNvSpPr/>
          <p:nvPr/>
        </p:nvSpPr>
        <p:spPr>
          <a:xfrm>
            <a:off x="15" y="5417961"/>
            <a:ext cx="10689029" cy="7055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4"/>
          <p:cNvSpPr txBox="1">
            <a:spLocks noGrp="1"/>
          </p:cNvSpPr>
          <p:nvPr>
            <p:ph type="title"/>
          </p:nvPr>
        </p:nvSpPr>
        <p:spPr>
          <a:xfrm>
            <a:off x="962263" y="5594160"/>
            <a:ext cx="8874205" cy="907161"/>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968"/>
              <a:buFont typeface="Calibri"/>
              <a:buNone/>
              <a:defRPr sz="3968"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54"/>
          <p:cNvPicPr preferRelativeResize="0">
            <a:picLocks noGrp="1"/>
          </p:cNvPicPr>
          <p:nvPr>
            <p:ph type="pic" idx="2"/>
          </p:nvPr>
        </p:nvPicPr>
        <p:blipFill/>
        <p:spPr>
          <a:xfrm>
            <a:off x="15" y="0"/>
            <a:ext cx="10691800" cy="5417961"/>
          </a:xfrm>
          <a:prstGeom prst="rect">
            <a:avLst/>
          </a:prstGeom>
          <a:blipFill rotWithShape="1">
            <a:blip r:embed="rId2">
              <a:alphaModFix/>
            </a:blip>
            <a:stretch>
              <a:fillRect/>
            </a:stretch>
          </a:blipFill>
          <a:ln>
            <a:noFill/>
          </a:ln>
        </p:spPr>
      </p:pic>
      <p:sp>
        <p:nvSpPr>
          <p:cNvPr id="83" name="Google Shape;83;p54"/>
          <p:cNvSpPr txBox="1">
            <a:spLocks noGrp="1"/>
          </p:cNvSpPr>
          <p:nvPr>
            <p:ph type="body" idx="1"/>
          </p:nvPr>
        </p:nvSpPr>
        <p:spPr>
          <a:xfrm>
            <a:off x="962262" y="6511400"/>
            <a:ext cx="8874205" cy="655172"/>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653"/>
              <a:buNone/>
              <a:defRPr sz="1653">
                <a:solidFill>
                  <a:srgbClr val="FFFFFF"/>
                </a:solidFill>
              </a:defRPr>
            </a:lvl1pPr>
            <a:lvl2pPr marL="914400" lvl="1" indent="-228600" algn="l">
              <a:lnSpc>
                <a:spcPct val="90000"/>
              </a:lnSpc>
              <a:spcBef>
                <a:spcPts val="661"/>
              </a:spcBef>
              <a:spcAft>
                <a:spcPts val="0"/>
              </a:spcAft>
              <a:buSzPts val="1323"/>
              <a:buNone/>
              <a:defRPr sz="1323"/>
            </a:lvl2pPr>
            <a:lvl3pPr marL="1371600" lvl="2" indent="-228600" algn="l">
              <a:lnSpc>
                <a:spcPct val="90000"/>
              </a:lnSpc>
              <a:spcBef>
                <a:spcPts val="441"/>
              </a:spcBef>
              <a:spcAft>
                <a:spcPts val="0"/>
              </a:spcAft>
              <a:buSzPts val="1102"/>
              <a:buNone/>
              <a:defRPr sz="1102"/>
            </a:lvl3pPr>
            <a:lvl4pPr marL="1828800" lvl="3" indent="-228600" algn="l">
              <a:lnSpc>
                <a:spcPct val="90000"/>
              </a:lnSpc>
              <a:spcBef>
                <a:spcPts val="441"/>
              </a:spcBef>
              <a:spcAft>
                <a:spcPts val="0"/>
              </a:spcAft>
              <a:buSzPts val="992"/>
              <a:buNone/>
              <a:defRPr sz="992"/>
            </a:lvl4pPr>
            <a:lvl5pPr marL="2286000" lvl="4" indent="-228600" algn="l">
              <a:lnSpc>
                <a:spcPct val="90000"/>
              </a:lnSpc>
              <a:spcBef>
                <a:spcPts val="441"/>
              </a:spcBef>
              <a:spcAft>
                <a:spcPts val="0"/>
              </a:spcAft>
              <a:buSzPts val="992"/>
              <a:buNone/>
              <a:defRPr sz="992"/>
            </a:lvl5pPr>
            <a:lvl6pPr marL="2743200" lvl="5" indent="-228600" algn="l">
              <a:lnSpc>
                <a:spcPct val="90000"/>
              </a:lnSpc>
              <a:spcBef>
                <a:spcPts val="441"/>
              </a:spcBef>
              <a:spcAft>
                <a:spcPts val="0"/>
              </a:spcAft>
              <a:buSzPts val="992"/>
              <a:buNone/>
              <a:defRPr sz="992"/>
            </a:lvl6pPr>
            <a:lvl7pPr marL="3200400" lvl="6" indent="-228600" algn="l">
              <a:lnSpc>
                <a:spcPct val="90000"/>
              </a:lnSpc>
              <a:spcBef>
                <a:spcPts val="441"/>
              </a:spcBef>
              <a:spcAft>
                <a:spcPts val="0"/>
              </a:spcAft>
              <a:buSzPts val="992"/>
              <a:buNone/>
              <a:defRPr sz="992"/>
            </a:lvl7pPr>
            <a:lvl8pPr marL="3657600" lvl="7" indent="-228600" algn="l">
              <a:lnSpc>
                <a:spcPct val="90000"/>
              </a:lnSpc>
              <a:spcBef>
                <a:spcPts val="441"/>
              </a:spcBef>
              <a:spcAft>
                <a:spcPts val="0"/>
              </a:spcAft>
              <a:buSzPts val="992"/>
              <a:buNone/>
              <a:defRPr sz="992"/>
            </a:lvl8pPr>
            <a:lvl9pPr marL="4114800" lvl="8" indent="-228600" algn="l">
              <a:lnSpc>
                <a:spcPct val="90000"/>
              </a:lnSpc>
              <a:spcBef>
                <a:spcPts val="441"/>
              </a:spcBef>
              <a:spcAft>
                <a:spcPts val="441"/>
              </a:spcAft>
              <a:buSzPts val="992"/>
              <a:buNone/>
              <a:defRPr sz="992"/>
            </a:lvl9pPr>
          </a:lstStyle>
          <a:p>
            <a:endParaRPr/>
          </a:p>
        </p:txBody>
      </p:sp>
      <p:sp>
        <p:nvSpPr>
          <p:cNvPr id="84" name="Google Shape;84;p54"/>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4"/>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54"/>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55"/>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55"/>
          <p:cNvSpPr txBox="1">
            <a:spLocks noGrp="1"/>
          </p:cNvSpPr>
          <p:nvPr>
            <p:ph type="body" idx="1"/>
          </p:nvPr>
        </p:nvSpPr>
        <p:spPr>
          <a:xfrm rot="5400000">
            <a:off x="3155132" y="-158289"/>
            <a:ext cx="4435009" cy="8820747"/>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90" name="Google Shape;90;p55"/>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55"/>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5"/>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56"/>
          <p:cNvSpPr/>
          <p:nvPr/>
        </p:nvSpPr>
        <p:spPr>
          <a:xfrm>
            <a:off x="2786" y="7055697"/>
            <a:ext cx="10689029" cy="50397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6"/>
          <p:cNvSpPr/>
          <p:nvPr/>
        </p:nvSpPr>
        <p:spPr>
          <a:xfrm>
            <a:off x="15" y="6982410"/>
            <a:ext cx="10689029" cy="7055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6"/>
          <p:cNvSpPr txBox="1">
            <a:spLocks noGrp="1"/>
          </p:cNvSpPr>
          <p:nvPr>
            <p:ph type="title"/>
          </p:nvPr>
        </p:nvSpPr>
        <p:spPr>
          <a:xfrm rot="5400000">
            <a:off x="5630795" y="2477752"/>
            <a:ext cx="6346490" cy="2305422"/>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56"/>
          <p:cNvSpPr txBox="1">
            <a:spLocks noGrp="1"/>
          </p:cNvSpPr>
          <p:nvPr>
            <p:ph type="body" idx="1"/>
          </p:nvPr>
        </p:nvSpPr>
        <p:spPr>
          <a:xfrm rot="5400000">
            <a:off x="953128" y="239152"/>
            <a:ext cx="6346489" cy="6782619"/>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98" name="Google Shape;98;p56"/>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56"/>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56"/>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5"/>
          <p:cNvSpPr/>
          <p:nvPr/>
        </p:nvSpPr>
        <p:spPr>
          <a:xfrm>
            <a:off x="1" y="7055697"/>
            <a:ext cx="10691814" cy="50397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45"/>
          <p:cNvSpPr/>
          <p:nvPr/>
        </p:nvSpPr>
        <p:spPr>
          <a:xfrm>
            <a:off x="1" y="6982410"/>
            <a:ext cx="10691814" cy="7275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45"/>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5291"/>
              <a:buFont typeface="Calibri"/>
              <a:buNone/>
              <a:defRPr sz="5291"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45"/>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lvl1pPr marL="457200" marR="0" lvl="0" indent="-368617" algn="l" rtl="0">
              <a:lnSpc>
                <a:spcPct val="90000"/>
              </a:lnSpc>
              <a:spcBef>
                <a:spcPts val="1323"/>
              </a:spcBef>
              <a:spcAft>
                <a:spcPts val="0"/>
              </a:spcAft>
              <a:buClr>
                <a:schemeClr val="accent1"/>
              </a:buClr>
              <a:buSzPts val="2205"/>
              <a:buFont typeface="Calibri"/>
              <a:buChar char=" "/>
              <a:defRPr sz="2205" b="0" i="0" u="none" strike="noStrike" cap="none">
                <a:solidFill>
                  <a:srgbClr val="3F3F3F"/>
                </a:solidFill>
                <a:latin typeface="Calibri"/>
                <a:ea typeface="Calibri"/>
                <a:cs typeface="Calibri"/>
                <a:sym typeface="Calibri"/>
              </a:defRPr>
            </a:lvl1pPr>
            <a:lvl2pPr marL="914400" marR="0" lvl="1" indent="-354583" algn="l" rtl="0">
              <a:lnSpc>
                <a:spcPct val="90000"/>
              </a:lnSpc>
              <a:spcBef>
                <a:spcPts val="220"/>
              </a:spcBef>
              <a:spcAft>
                <a:spcPts val="0"/>
              </a:spcAft>
              <a:buClr>
                <a:schemeClr val="accent1"/>
              </a:buClr>
              <a:buSzPts val="1984"/>
              <a:buFont typeface="Calibri"/>
              <a:buChar char="◦"/>
              <a:defRPr sz="1984" b="0" i="0" u="none" strike="noStrike" cap="none">
                <a:solidFill>
                  <a:srgbClr val="3F3F3F"/>
                </a:solidFill>
                <a:latin typeface="Calibri"/>
                <a:ea typeface="Calibri"/>
                <a:cs typeface="Calibri"/>
                <a:sym typeface="Calibri"/>
              </a:defRPr>
            </a:lvl2pPr>
            <a:lvl3pPr marL="1371600" marR="0" lvl="2"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3pPr>
            <a:lvl4pPr marL="1828800" marR="0" lvl="3"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4pPr>
            <a:lvl5pPr marL="2286000" marR="0" lvl="4"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5pPr>
            <a:lvl6pPr marL="2743200" marR="0" lvl="5"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6pPr>
            <a:lvl7pPr marL="3200400" marR="0" lvl="6"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7pPr>
            <a:lvl8pPr marL="3657600" marR="0" lvl="7"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8pPr>
            <a:lvl9pPr marL="4114800" marR="0" lvl="8" indent="-326580" algn="l" rtl="0">
              <a:lnSpc>
                <a:spcPct val="90000"/>
              </a:lnSpc>
              <a:spcBef>
                <a:spcPts val="441"/>
              </a:spcBef>
              <a:spcAft>
                <a:spcPts val="441"/>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9pPr>
          </a:lstStyle>
          <a:p>
            <a:endParaRPr/>
          </a:p>
        </p:txBody>
      </p:sp>
      <p:sp>
        <p:nvSpPr>
          <p:cNvPr id="14" name="Google Shape;14;p45"/>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92"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45"/>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92"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45"/>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0" i="0" u="none" strike="noStrike" cap="none">
                <a:solidFill>
                  <a:srgbClr val="FFFFFF"/>
                </a:solidFill>
                <a:latin typeface="Times New Roman"/>
                <a:ea typeface="Times New Roman"/>
                <a:cs typeface="Times New Roman"/>
                <a:sym typeface="Times New Roman"/>
              </a:defRPr>
            </a:lvl1pPr>
            <a:lvl2pPr marL="0" marR="0" lvl="1" indent="0" algn="r" rtl="0">
              <a:spcBef>
                <a:spcPts val="0"/>
              </a:spcBef>
              <a:buNone/>
              <a:defRPr sz="1400" b="0" i="0" u="none" strike="noStrike" cap="none">
                <a:solidFill>
                  <a:srgbClr val="FFFFFF"/>
                </a:solidFill>
                <a:latin typeface="Times New Roman"/>
                <a:ea typeface="Times New Roman"/>
                <a:cs typeface="Times New Roman"/>
                <a:sym typeface="Times New Roman"/>
              </a:defRPr>
            </a:lvl2pPr>
            <a:lvl3pPr marL="0" marR="0" lvl="2" indent="0" algn="r" rtl="0">
              <a:spcBef>
                <a:spcPts val="0"/>
              </a:spcBef>
              <a:buNone/>
              <a:defRPr sz="1400" b="0" i="0" u="none" strike="noStrike" cap="none">
                <a:solidFill>
                  <a:srgbClr val="FFFFFF"/>
                </a:solidFill>
                <a:latin typeface="Times New Roman"/>
                <a:ea typeface="Times New Roman"/>
                <a:cs typeface="Times New Roman"/>
                <a:sym typeface="Times New Roman"/>
              </a:defRPr>
            </a:lvl3pPr>
            <a:lvl4pPr marL="0" marR="0" lvl="3" indent="0" algn="r" rtl="0">
              <a:spcBef>
                <a:spcPts val="0"/>
              </a:spcBef>
              <a:buNone/>
              <a:defRPr sz="1400" b="0" i="0" u="none" strike="noStrike" cap="none">
                <a:solidFill>
                  <a:srgbClr val="FFFFFF"/>
                </a:solidFill>
                <a:latin typeface="Times New Roman"/>
                <a:ea typeface="Times New Roman"/>
                <a:cs typeface="Times New Roman"/>
                <a:sym typeface="Times New Roman"/>
              </a:defRPr>
            </a:lvl4pPr>
            <a:lvl5pPr marL="0" marR="0" lvl="4" indent="0" algn="r" rtl="0">
              <a:spcBef>
                <a:spcPts val="0"/>
              </a:spcBef>
              <a:buNone/>
              <a:defRPr sz="1400" b="0" i="0" u="none" strike="noStrike" cap="none">
                <a:solidFill>
                  <a:srgbClr val="FFFFFF"/>
                </a:solidFill>
                <a:latin typeface="Times New Roman"/>
                <a:ea typeface="Times New Roman"/>
                <a:cs typeface="Times New Roman"/>
                <a:sym typeface="Times New Roman"/>
              </a:defRPr>
            </a:lvl5pPr>
            <a:lvl6pPr marL="0" marR="0" lvl="5" indent="0" algn="r" rtl="0">
              <a:spcBef>
                <a:spcPts val="0"/>
              </a:spcBef>
              <a:buNone/>
              <a:defRPr sz="1400" b="0" i="0" u="none" strike="noStrike" cap="none">
                <a:solidFill>
                  <a:srgbClr val="FFFFFF"/>
                </a:solidFill>
                <a:latin typeface="Times New Roman"/>
                <a:ea typeface="Times New Roman"/>
                <a:cs typeface="Times New Roman"/>
                <a:sym typeface="Times New Roman"/>
              </a:defRPr>
            </a:lvl6pPr>
            <a:lvl7pPr marL="0" marR="0" lvl="6" indent="0" algn="r" rtl="0">
              <a:spcBef>
                <a:spcPts val="0"/>
              </a:spcBef>
              <a:buNone/>
              <a:defRPr sz="1400" b="0" i="0" u="none" strike="noStrike" cap="none">
                <a:solidFill>
                  <a:srgbClr val="FFFFFF"/>
                </a:solidFill>
                <a:latin typeface="Times New Roman"/>
                <a:ea typeface="Times New Roman"/>
                <a:cs typeface="Times New Roman"/>
                <a:sym typeface="Times New Roman"/>
              </a:defRPr>
            </a:lvl7pPr>
            <a:lvl8pPr marL="0" marR="0" lvl="7" indent="0" algn="r" rtl="0">
              <a:spcBef>
                <a:spcPts val="0"/>
              </a:spcBef>
              <a:buNone/>
              <a:defRPr sz="1400" b="0" i="0" u="none" strike="noStrike" cap="none">
                <a:solidFill>
                  <a:srgbClr val="FFFFFF"/>
                </a:solidFill>
                <a:latin typeface="Times New Roman"/>
                <a:ea typeface="Times New Roman"/>
                <a:cs typeface="Times New Roman"/>
                <a:sym typeface="Times New Roman"/>
              </a:defRPr>
            </a:lvl8pPr>
            <a:lvl9pPr marL="0" marR="0" lvl="8" indent="0" algn="r" rtl="0">
              <a:spcBef>
                <a:spcPts val="0"/>
              </a:spcBef>
              <a:buNone/>
              <a:defRPr sz="1400" b="0" i="0" u="none" strike="noStrike" cap="none">
                <a:solidFill>
                  <a:srgbClr val="FFFFFF"/>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45"/>
          <p:cNvCxnSpPr/>
          <p:nvPr/>
        </p:nvCxnSpPr>
        <p:spPr>
          <a:xfrm>
            <a:off x="1046672" y="1915652"/>
            <a:ext cx="8740557"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p:nvPr/>
        </p:nvSpPr>
        <p:spPr>
          <a:xfrm>
            <a:off x="3593826" y="1606900"/>
            <a:ext cx="2978640" cy="38700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1800" b="1" i="0" u="sng" strike="noStrike" cap="none" dirty="0">
                <a:solidFill>
                  <a:schemeClr val="dk1"/>
                </a:solidFill>
                <a:latin typeface="Times New Roman"/>
                <a:ea typeface="Times New Roman"/>
                <a:cs typeface="Times New Roman"/>
                <a:sym typeface="Times New Roman"/>
              </a:rPr>
              <a:t>Submitted</a:t>
            </a:r>
            <a:r>
              <a:rPr lang="en-US" sz="1500" b="1" i="0" u="sng" strike="noStrike" cap="none" dirty="0">
                <a:solidFill>
                  <a:schemeClr val="dk1"/>
                </a:solidFill>
                <a:latin typeface="Times New Roman"/>
                <a:ea typeface="Times New Roman"/>
                <a:cs typeface="Times New Roman"/>
                <a:sym typeface="Times New Roman"/>
              </a:rPr>
              <a:t> By</a:t>
            </a:r>
            <a:endParaRPr dirty="0"/>
          </a:p>
        </p:txBody>
      </p:sp>
      <p:sp>
        <p:nvSpPr>
          <p:cNvPr id="106" name="Google Shape;106;p1"/>
          <p:cNvSpPr txBox="1"/>
          <p:nvPr/>
        </p:nvSpPr>
        <p:spPr>
          <a:xfrm>
            <a:off x="1195746" y="839772"/>
            <a:ext cx="8528028" cy="55650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2800" b="1" dirty="0">
                <a:solidFill>
                  <a:schemeClr val="dk1"/>
                </a:solidFill>
                <a:latin typeface="Calibri"/>
                <a:ea typeface="Calibri"/>
                <a:cs typeface="Calibri"/>
                <a:sym typeface="Calibri"/>
              </a:rPr>
              <a:t>FAKE CURRENCY DETECTION USING DEEP LEARNING</a:t>
            </a:r>
            <a:endParaRPr sz="2800" b="1" i="0" u="none" strike="noStrike" cap="none" dirty="0">
              <a:solidFill>
                <a:schemeClr val="dk1"/>
              </a:solidFill>
              <a:latin typeface="Times New Roman"/>
              <a:ea typeface="Times New Roman"/>
              <a:cs typeface="Times New Roman"/>
              <a:sym typeface="Times New Roman"/>
            </a:endParaRPr>
          </a:p>
        </p:txBody>
      </p:sp>
      <p:pic>
        <p:nvPicPr>
          <p:cNvPr id="107" name="Google Shape;107;p1"/>
          <p:cNvPicPr preferRelativeResize="0"/>
          <p:nvPr/>
        </p:nvPicPr>
        <p:blipFill rotWithShape="1">
          <a:blip r:embed="rId3">
            <a:alphaModFix/>
          </a:blip>
          <a:srcRect/>
          <a:stretch/>
        </p:blipFill>
        <p:spPr>
          <a:xfrm>
            <a:off x="288000" y="256680"/>
            <a:ext cx="864000" cy="644040"/>
          </a:xfrm>
          <a:prstGeom prst="rect">
            <a:avLst/>
          </a:prstGeom>
          <a:noFill/>
          <a:ln>
            <a:noFill/>
          </a:ln>
        </p:spPr>
      </p:pic>
      <p:sp>
        <p:nvSpPr>
          <p:cNvPr id="108" name="Google Shape;108;p1"/>
          <p:cNvSpPr txBox="1"/>
          <p:nvPr/>
        </p:nvSpPr>
        <p:spPr>
          <a:xfrm>
            <a:off x="1709906" y="3612010"/>
            <a:ext cx="7272000" cy="85824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1800" b="1" i="0" u="sng" strike="noStrike" cap="none" dirty="0">
                <a:solidFill>
                  <a:schemeClr val="dk1"/>
                </a:solidFill>
                <a:latin typeface="Times New Roman"/>
                <a:ea typeface="Times New Roman"/>
                <a:cs typeface="Times New Roman"/>
                <a:sym typeface="Times New Roman"/>
              </a:rPr>
              <a:t>Under the esteemed super vision of</a:t>
            </a:r>
            <a:endParaRPr dirty="0"/>
          </a:p>
          <a:p>
            <a:pPr marL="0" marR="0" lvl="0" indent="0" algn="ctr" rtl="0">
              <a:spcBef>
                <a:spcPts val="0"/>
              </a:spcBef>
              <a:spcAft>
                <a:spcPts val="0"/>
              </a:spcAft>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800" b="1" i="0" u="none" strike="noStrike" cap="none" dirty="0" err="1">
                <a:solidFill>
                  <a:srgbClr val="C9211E"/>
                </a:solidFill>
                <a:latin typeface="Times New Roman"/>
                <a:ea typeface="Times New Roman"/>
                <a:cs typeface="Times New Roman"/>
                <a:sym typeface="Times New Roman"/>
              </a:rPr>
              <a:t>Mrs.N</a:t>
            </a:r>
            <a:r>
              <a:rPr lang="en-US" sz="1800" b="1" dirty="0" err="1">
                <a:solidFill>
                  <a:srgbClr val="C9211E"/>
                </a:solidFill>
                <a:latin typeface="Times New Roman"/>
                <a:ea typeface="Times New Roman"/>
                <a:cs typeface="Times New Roman"/>
                <a:sym typeface="Times New Roman"/>
              </a:rPr>
              <a:t>.SURYAKALA.,MTECH</a:t>
            </a:r>
            <a:endParaRPr sz="1800" b="0" i="0" u="none" strike="noStrike" cap="none" dirty="0">
              <a:solidFill>
                <a:schemeClr val="dk1"/>
              </a:solidFill>
              <a:latin typeface="Times New Roman"/>
              <a:ea typeface="Times New Roman"/>
              <a:cs typeface="Times New Roman"/>
              <a:sym typeface="Times New Roman"/>
            </a:endParaRPr>
          </a:p>
        </p:txBody>
      </p:sp>
      <p:pic>
        <p:nvPicPr>
          <p:cNvPr id="109" name="Google Shape;109;p1"/>
          <p:cNvPicPr preferRelativeResize="0"/>
          <p:nvPr/>
        </p:nvPicPr>
        <p:blipFill rotWithShape="1">
          <a:blip r:embed="rId4">
            <a:alphaModFix/>
          </a:blip>
          <a:srcRect/>
          <a:stretch/>
        </p:blipFill>
        <p:spPr>
          <a:xfrm>
            <a:off x="4769906" y="4680878"/>
            <a:ext cx="1152000" cy="858600"/>
          </a:xfrm>
          <a:prstGeom prst="rect">
            <a:avLst/>
          </a:prstGeom>
          <a:noFill/>
          <a:ln>
            <a:noFill/>
          </a:ln>
        </p:spPr>
      </p:pic>
      <p:sp>
        <p:nvSpPr>
          <p:cNvPr id="110" name="Google Shape;110;p1"/>
          <p:cNvSpPr txBox="1"/>
          <p:nvPr/>
        </p:nvSpPr>
        <p:spPr>
          <a:xfrm>
            <a:off x="1499760" y="5539478"/>
            <a:ext cx="7920000" cy="167040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Department of Information Technology</a:t>
            </a:r>
            <a:endParaRPr dirty="0"/>
          </a:p>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Aditya College Of Engineering And Technology</a:t>
            </a:r>
            <a:endParaRPr dirty="0"/>
          </a:p>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Permanently affiliated to JNTUK Kakinada, Approved by AICTE,</a:t>
            </a:r>
            <a:endParaRPr dirty="0"/>
          </a:p>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Accredited by NAAC &amp; NBA</a:t>
            </a:r>
            <a:endParaRPr sz="1200" b="1"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Aditya </a:t>
            </a:r>
            <a:r>
              <a:rPr lang="en-US" sz="1200" b="1" i="0" u="none" strike="noStrike" cap="none" dirty="0" err="1">
                <a:solidFill>
                  <a:schemeClr val="dk1"/>
                </a:solidFill>
                <a:latin typeface="Times New Roman"/>
                <a:ea typeface="Times New Roman"/>
                <a:cs typeface="Times New Roman"/>
                <a:sym typeface="Times New Roman"/>
              </a:rPr>
              <a:t>nagar</a:t>
            </a:r>
            <a:r>
              <a:rPr lang="en-US" sz="1200" b="1" i="0" u="none" strike="noStrike" cap="none" dirty="0">
                <a:solidFill>
                  <a:schemeClr val="dk1"/>
                </a:solidFill>
                <a:latin typeface="Times New Roman"/>
                <a:ea typeface="Times New Roman"/>
                <a:cs typeface="Times New Roman"/>
                <a:sym typeface="Times New Roman"/>
              </a:rPr>
              <a:t> , ADB Road, </a:t>
            </a:r>
            <a:r>
              <a:rPr lang="en-US" sz="1200" b="1" i="0" u="none" strike="noStrike" cap="none" dirty="0" err="1">
                <a:solidFill>
                  <a:schemeClr val="dk1"/>
                </a:solidFill>
                <a:latin typeface="Times New Roman"/>
                <a:ea typeface="Times New Roman"/>
                <a:cs typeface="Times New Roman"/>
                <a:sym typeface="Times New Roman"/>
              </a:rPr>
              <a:t>Surampalem</a:t>
            </a:r>
            <a:r>
              <a:rPr lang="en-US" sz="1200" b="1" i="0" u="none" strike="noStrike" cap="none" dirty="0">
                <a:solidFill>
                  <a:schemeClr val="dk1"/>
                </a:solidFill>
                <a:latin typeface="Times New Roman"/>
                <a:ea typeface="Times New Roman"/>
                <a:cs typeface="Times New Roman"/>
                <a:sym typeface="Times New Roman"/>
              </a:rPr>
              <a:t> , Kakinada Dist,533437</a:t>
            </a:r>
            <a:endParaRPr dirty="0"/>
          </a:p>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2019-2023</a:t>
            </a:r>
            <a:endParaRPr sz="1200" b="1" i="0" u="none" strike="noStrike" cap="none" dirty="0">
              <a:solidFill>
                <a:schemeClr val="dk1"/>
              </a:solidFill>
              <a:latin typeface="Times New Roman"/>
              <a:ea typeface="Times New Roman"/>
              <a:cs typeface="Times New Roman"/>
              <a:sym typeface="Times New Roman"/>
            </a:endParaRPr>
          </a:p>
        </p:txBody>
      </p:sp>
      <p:sp>
        <p:nvSpPr>
          <p:cNvPr id="111" name="Google Shape;111;p1"/>
          <p:cNvSpPr txBox="1"/>
          <p:nvPr/>
        </p:nvSpPr>
        <p:spPr>
          <a:xfrm>
            <a:off x="2217866" y="2271834"/>
            <a:ext cx="7408080" cy="14772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M.DHANALAKSHMI                         19P31A1223</a:t>
            </a:r>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A.KARTHIK                                        19P31A1202</a:t>
            </a:r>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P.RAGHUNADH                                 19P31A1243</a:t>
            </a:r>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ANJALI YADAV                                19P31A1259							</a:t>
            </a:r>
            <a:endParaRPr sz="18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400"/>
              <a:buFont typeface="Times New Roman"/>
              <a:buNone/>
            </a:pPr>
            <a:r>
              <a:rPr lang="en-US" sz="4400" b="1">
                <a:latin typeface="Times New Roman"/>
                <a:ea typeface="Times New Roman"/>
                <a:cs typeface="Times New Roman"/>
                <a:sym typeface="Times New Roman"/>
              </a:rPr>
              <a:t>Abstract</a:t>
            </a:r>
            <a:endParaRPr/>
          </a:p>
        </p:txBody>
      </p:sp>
      <p:sp>
        <p:nvSpPr>
          <p:cNvPr id="117" name="Google Shape;117;p2"/>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lnSpcReduction="10000"/>
          </a:bodyPr>
          <a:lstStyle/>
          <a:p>
            <a:pPr marL="100793" lvl="0" indent="-152400" algn="just" rtl="0">
              <a:lnSpc>
                <a:spcPct val="90000"/>
              </a:lnSpc>
              <a:spcBef>
                <a:spcPts val="0"/>
              </a:spcBef>
              <a:spcAft>
                <a:spcPts val="0"/>
              </a:spcAft>
              <a:buSzPts val="2400"/>
              <a:buChar char=" "/>
            </a:pPr>
            <a:r>
              <a:rPr lang="en-US" sz="1800">
                <a:latin typeface="Trebuchet MS"/>
                <a:ea typeface="Trebuchet MS"/>
                <a:cs typeface="Trebuchet MS"/>
                <a:sym typeface="Trebuchet MS"/>
              </a:rPr>
              <a:t>Fake currency notes are increasing day by day, in order to overcome this we proposes a very helpful and efficient system to detect the fake currency.</a:t>
            </a:r>
            <a:endParaRPr sz="1800">
              <a:latin typeface="Trebuchet MS"/>
              <a:ea typeface="Trebuchet MS"/>
              <a:cs typeface="Trebuchet MS"/>
              <a:sym typeface="Trebuchet MS"/>
            </a:endParaRPr>
          </a:p>
          <a:p>
            <a:pPr marL="100793" lvl="0" indent="-91440" algn="l" rtl="0">
              <a:lnSpc>
                <a:spcPct val="100000"/>
              </a:lnSpc>
              <a:spcBef>
                <a:spcPts val="1000"/>
              </a:spcBef>
              <a:spcAft>
                <a:spcPts val="0"/>
              </a:spcAft>
              <a:buClr>
                <a:srgbClr val="90C226"/>
              </a:buClr>
              <a:buSzPts val="1440"/>
              <a:buFont typeface="Noto Sans Symbols"/>
              <a:buChar char=" "/>
            </a:pPr>
            <a:r>
              <a:rPr lang="en-US" sz="1800">
                <a:latin typeface="Trebuchet MS"/>
                <a:ea typeface="Trebuchet MS"/>
                <a:cs typeface="Trebuchet MS"/>
                <a:sym typeface="Trebuchet MS"/>
              </a:rPr>
              <a:t>For detecting the fake currency note is done by counting the number of interruptions in the thread line. </a:t>
            </a:r>
            <a:endParaRPr sz="1800">
              <a:latin typeface="Trebuchet MS"/>
              <a:ea typeface="Trebuchet MS"/>
              <a:cs typeface="Trebuchet MS"/>
              <a:sym typeface="Trebuchet MS"/>
            </a:endParaRPr>
          </a:p>
          <a:p>
            <a:pPr marL="100793" lvl="0" indent="-91440" algn="l" rtl="0">
              <a:lnSpc>
                <a:spcPct val="100000"/>
              </a:lnSpc>
              <a:spcBef>
                <a:spcPts val="1000"/>
              </a:spcBef>
              <a:spcAft>
                <a:spcPts val="0"/>
              </a:spcAft>
              <a:buClr>
                <a:srgbClr val="90C226"/>
              </a:buClr>
              <a:buSzPts val="1440"/>
              <a:buFont typeface="Noto Sans Symbols"/>
              <a:buChar char=" "/>
            </a:pPr>
            <a:r>
              <a:rPr lang="en-US" sz="1800">
                <a:latin typeface="Trebuchet MS"/>
                <a:ea typeface="Trebuchet MS"/>
                <a:cs typeface="Trebuchet MS"/>
                <a:sym typeface="Trebuchet MS"/>
              </a:rPr>
              <a:t>For predicting the note is real or fake on the basis of number of interruptions. If the number of interruption is zero, if it is real note otherwise it is fake and also we calculate the entropy of the currency notes for the efficient detection of fake currency note. </a:t>
            </a:r>
            <a:endParaRPr sz="1800" b="1">
              <a:latin typeface="Trebuchet MS"/>
              <a:ea typeface="Trebuchet MS"/>
              <a:cs typeface="Trebuchet MS"/>
              <a:sym typeface="Trebuchet MS"/>
            </a:endParaRPr>
          </a:p>
          <a:p>
            <a:pPr marL="100793" lvl="0" indent="-91440" algn="l" rtl="0">
              <a:lnSpc>
                <a:spcPct val="100000"/>
              </a:lnSpc>
              <a:spcBef>
                <a:spcPts val="1000"/>
              </a:spcBef>
              <a:spcAft>
                <a:spcPts val="0"/>
              </a:spcAft>
              <a:buClr>
                <a:srgbClr val="90C226"/>
              </a:buClr>
              <a:buSzPts val="1440"/>
              <a:buFont typeface="Noto Sans Symbols"/>
              <a:buChar char=" "/>
            </a:pPr>
            <a:r>
              <a:rPr lang="en-US" sz="1800">
                <a:latin typeface="Trebuchet MS"/>
                <a:ea typeface="Trebuchet MS"/>
                <a:cs typeface="Trebuchet MS"/>
                <a:sym typeface="Trebuchet MS"/>
              </a:rPr>
              <a:t>Indian fake currency recognition is designed for identification of Indian currency notes and checks whether it is fake or original. </a:t>
            </a:r>
            <a:endParaRPr sz="1800">
              <a:latin typeface="Trebuchet MS"/>
              <a:ea typeface="Trebuchet MS"/>
              <a:cs typeface="Trebuchet MS"/>
              <a:sym typeface="Trebuchet MS"/>
            </a:endParaRPr>
          </a:p>
          <a:p>
            <a:pPr marL="100793" lvl="0" indent="-91440" algn="l" rtl="0">
              <a:lnSpc>
                <a:spcPct val="100000"/>
              </a:lnSpc>
              <a:spcBef>
                <a:spcPts val="1000"/>
              </a:spcBef>
              <a:spcAft>
                <a:spcPts val="0"/>
              </a:spcAft>
              <a:buClr>
                <a:srgbClr val="90C226"/>
              </a:buClr>
              <a:buSzPts val="1440"/>
              <a:buFont typeface="Noto Sans Symbols"/>
              <a:buChar char=" "/>
            </a:pPr>
            <a:r>
              <a:rPr lang="en-US" sz="1800">
                <a:latin typeface="Trebuchet MS"/>
                <a:ea typeface="Trebuchet MS"/>
                <a:cs typeface="Trebuchet MS"/>
                <a:sym typeface="Trebuchet MS"/>
              </a:rPr>
              <a:t>The project is very useful in banking system and other field also. </a:t>
            </a:r>
            <a:endParaRPr sz="1800" b="1">
              <a:latin typeface="Trebuchet MS"/>
              <a:ea typeface="Trebuchet MS"/>
              <a:cs typeface="Trebuchet MS"/>
              <a:sym typeface="Trebuchet MS"/>
            </a:endParaRPr>
          </a:p>
          <a:p>
            <a:pPr marL="100793" lvl="0" indent="-152400" algn="just" rtl="0">
              <a:lnSpc>
                <a:spcPct val="90000"/>
              </a:lnSpc>
              <a:spcBef>
                <a:spcPts val="0"/>
              </a:spcBef>
              <a:spcAft>
                <a:spcPts val="0"/>
              </a:spcAft>
              <a:buSzPts val="2400"/>
              <a:buFont typeface="Times New Roman"/>
              <a:buChar char=" "/>
            </a:pPr>
            <a:endParaRPr sz="2400">
              <a:latin typeface="Times New Roman"/>
              <a:ea typeface="Times New Roman"/>
              <a:cs typeface="Times New Roman"/>
              <a:sym typeface="Times New Roman"/>
            </a:endParaRPr>
          </a:p>
          <a:p>
            <a:pPr marL="100794" lvl="0" indent="0" algn="l" rtl="0">
              <a:lnSpc>
                <a:spcPct val="90000"/>
              </a:lnSpc>
              <a:spcBef>
                <a:spcPts val="1543"/>
              </a:spcBef>
              <a:spcAft>
                <a:spcPts val="0"/>
              </a:spcAft>
              <a:buSzPts val="2205"/>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
          <p:cNvSpPr txBox="1">
            <a:spLocks noGrp="1"/>
          </p:cNvSpPr>
          <p:nvPr>
            <p:ph type="title"/>
          </p:nvPr>
        </p:nvSpPr>
        <p:spPr>
          <a:xfrm>
            <a:off x="860611" y="1326776"/>
            <a:ext cx="8704729" cy="96486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Times New Roman"/>
              <a:buNone/>
            </a:pPr>
            <a:br>
              <a:rPr lang="en-US" sz="4000" b="1">
                <a:latin typeface="Times New Roman"/>
                <a:ea typeface="Times New Roman"/>
                <a:cs typeface="Times New Roman"/>
                <a:sym typeface="Times New Roman"/>
              </a:rPr>
            </a:br>
            <a:br>
              <a:rPr lang="en-US" sz="4000" b="1">
                <a:latin typeface="Times New Roman"/>
                <a:ea typeface="Times New Roman"/>
                <a:cs typeface="Times New Roman"/>
                <a:sym typeface="Times New Roman"/>
              </a:rPr>
            </a:br>
            <a:r>
              <a:rPr lang="en-US" sz="4400" b="1">
                <a:latin typeface="Times New Roman"/>
                <a:ea typeface="Times New Roman"/>
                <a:cs typeface="Times New Roman"/>
                <a:sym typeface="Times New Roman"/>
              </a:rPr>
              <a:t>Introduction</a:t>
            </a:r>
            <a:br>
              <a:rPr lang="en-US" sz="5400" b="1">
                <a:latin typeface="Arial"/>
                <a:ea typeface="Arial"/>
                <a:cs typeface="Arial"/>
                <a:sym typeface="Arial"/>
              </a:rPr>
            </a:br>
            <a:endParaRPr/>
          </a:p>
        </p:txBody>
      </p:sp>
      <p:sp>
        <p:nvSpPr>
          <p:cNvPr id="123" name="Google Shape;123;p3"/>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fontScale="40000" lnSpcReduction="10000"/>
          </a:bodyPr>
          <a:lstStyle/>
          <a:p>
            <a:pPr marL="100793" marR="0" lvl="0" indent="-139700" algn="just" rtl="0">
              <a:lnSpc>
                <a:spcPct val="150000"/>
              </a:lnSpc>
              <a:spcBef>
                <a:spcPts val="500"/>
              </a:spcBef>
              <a:spcAft>
                <a:spcPts val="0"/>
              </a:spcAft>
              <a:buClr>
                <a:srgbClr val="000000"/>
              </a:buClr>
              <a:buSzPct val="100000"/>
              <a:buFont typeface="Noto Sans Symbols"/>
              <a:buChar char="◆"/>
            </a:pPr>
            <a:r>
              <a:rPr lang="en-US" sz="5500">
                <a:latin typeface="Times New Roman"/>
                <a:ea typeface="Times New Roman"/>
                <a:cs typeface="Times New Roman"/>
                <a:sym typeface="Times New Roman"/>
              </a:rPr>
              <a:t>Com</a:t>
            </a:r>
            <a:r>
              <a:rPr lang="en-US" sz="5900">
                <a:latin typeface="Times New Roman"/>
                <a:ea typeface="Times New Roman"/>
                <a:cs typeface="Times New Roman"/>
                <a:sym typeface="Times New Roman"/>
              </a:rPr>
              <a:t>puters and mobile phones have become an unavoidable part of our lives. There are a lot of things which we can do with these technologies. With the rapid development of mobile phones and technologies come several services like application creation - (refers to the process of making application software for handheld and desktop devices such as mobile phones, personal computers and Personal Digital Assistants. Through the usage of apps, the user is provided with various features that will enable him to fulfill all his needs and much more. </a:t>
            </a:r>
            <a:endParaRPr sz="5900">
              <a:latin typeface="Times New Roman"/>
              <a:ea typeface="Times New Roman"/>
              <a:cs typeface="Times New Roman"/>
              <a:sym typeface="Times New Roman"/>
            </a:endParaRPr>
          </a:p>
          <a:p>
            <a:pPr marL="0" marR="0" lvl="0" indent="0" algn="just" rtl="0">
              <a:lnSpc>
                <a:spcPct val="150000"/>
              </a:lnSpc>
              <a:spcBef>
                <a:spcPts val="500"/>
              </a:spcBef>
              <a:spcAft>
                <a:spcPts val="0"/>
              </a:spcAft>
              <a:buNone/>
            </a:pPr>
            <a:endParaRPr sz="260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762000" y="1104823"/>
            <a:ext cx="8124538" cy="876377"/>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Times New Roman"/>
              <a:buNone/>
            </a:pPr>
            <a:r>
              <a:rPr lang="en-US" sz="4000" b="1">
                <a:latin typeface="Times New Roman"/>
                <a:ea typeface="Times New Roman"/>
                <a:cs typeface="Times New Roman"/>
                <a:sym typeface="Times New Roman"/>
              </a:rPr>
              <a:t>Introduction</a:t>
            </a:r>
            <a:br>
              <a:rPr lang="en-US" sz="2800" b="1">
                <a:latin typeface="Arial"/>
                <a:ea typeface="Arial"/>
                <a:cs typeface="Arial"/>
                <a:sym typeface="Arial"/>
              </a:rPr>
            </a:br>
            <a:endParaRPr sz="2800"/>
          </a:p>
        </p:txBody>
      </p:sp>
      <p:sp>
        <p:nvSpPr>
          <p:cNvPr id="129" name="Google Shape;129;p4"/>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fontScale="32500"/>
          </a:bodyPr>
          <a:lstStyle/>
          <a:p>
            <a:pPr marL="100793" marR="0" lvl="0" indent="-128111" algn="just" rtl="0">
              <a:lnSpc>
                <a:spcPct val="150000"/>
              </a:lnSpc>
              <a:spcBef>
                <a:spcPts val="500"/>
              </a:spcBef>
              <a:spcAft>
                <a:spcPts val="0"/>
              </a:spcAft>
              <a:buClr>
                <a:schemeClr val="dk1"/>
              </a:buClr>
              <a:buSzPct val="100000"/>
              <a:buFont typeface="Noto Sans Symbols"/>
              <a:buChar char=" "/>
            </a:pPr>
            <a:r>
              <a:rPr lang="en-US" sz="6207">
                <a:latin typeface="Times New Roman"/>
                <a:ea typeface="Times New Roman"/>
                <a:cs typeface="Times New Roman"/>
                <a:sym typeface="Times New Roman"/>
              </a:rPr>
              <a:t>Apps should be interactive to the users, Camera/webcam services- includes use of camera services for processing various aspects of image. Fake currency Detection is a system that can be used to overcome the limitations most of the people and our institutions of higher learning face with respect to making difference between counterfeit currencies- (is imitation currency produced without the legal sanction of the state or government, usually in a deliberate attempt to imitate that currency and so as to deceive its recipient) and real currencies. The project involves making use of Digital Image Processing Domain - Digital image processing is the use of computer algorithms to perform image processing on digital images.</a:t>
            </a:r>
            <a:endParaRPr sz="2512"/>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a:latin typeface="Times New Roman"/>
                <a:ea typeface="Times New Roman"/>
                <a:cs typeface="Times New Roman"/>
                <a:sym typeface="Times New Roman"/>
              </a:rPr>
              <a:t>Machine Learning</a:t>
            </a:r>
            <a:endParaRPr sz="4000" b="1">
              <a:latin typeface="Times New Roman"/>
              <a:ea typeface="Times New Roman"/>
              <a:cs typeface="Times New Roman"/>
              <a:sym typeface="Times New Roman"/>
            </a:endParaRPr>
          </a:p>
        </p:txBody>
      </p:sp>
      <p:sp>
        <p:nvSpPr>
          <p:cNvPr id="135" name="Google Shape;135;p5"/>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p>
            <a:pPr marL="100793" lvl="0" indent="-139700" algn="l" rtl="0">
              <a:lnSpc>
                <a:spcPct val="90000"/>
              </a:lnSpc>
              <a:spcBef>
                <a:spcPts val="0"/>
              </a:spcBef>
              <a:spcAft>
                <a:spcPts val="0"/>
              </a:spcAft>
              <a:buSzPts val="2200"/>
              <a:buChar char=" "/>
            </a:pPr>
            <a:r>
              <a:rPr lang="en-US" sz="4405"/>
              <a:t>• </a:t>
            </a:r>
            <a:r>
              <a:rPr lang="en-US" sz="3300">
                <a:solidFill>
                  <a:schemeClr val="dk1"/>
                </a:solidFill>
                <a:latin typeface="Times New Roman"/>
                <a:ea typeface="Times New Roman"/>
                <a:cs typeface="Times New Roman"/>
                <a:sym typeface="Times New Roman"/>
              </a:rPr>
              <a:t>Deep learning is an artificial intelligence (AI) function that imitates the workings of the human brain in processing data and creating patterns for use in decision making. </a:t>
            </a:r>
            <a:endParaRPr sz="3300">
              <a:solidFill>
                <a:schemeClr val="dk1"/>
              </a:solidFill>
              <a:latin typeface="Times New Roman"/>
              <a:ea typeface="Times New Roman"/>
              <a:cs typeface="Times New Roman"/>
              <a:sym typeface="Times New Roman"/>
            </a:endParaRPr>
          </a:p>
          <a:p>
            <a:pPr marL="100793" lvl="0" indent="-279400" algn="l" rtl="0">
              <a:lnSpc>
                <a:spcPct val="90000"/>
              </a:lnSpc>
              <a:spcBef>
                <a:spcPts val="0"/>
              </a:spcBef>
              <a:spcAft>
                <a:spcPts val="0"/>
              </a:spcAft>
              <a:buSzPts val="4400"/>
              <a:buChar char=" "/>
            </a:pPr>
            <a:r>
              <a:rPr lang="en-US" sz="3300">
                <a:solidFill>
                  <a:schemeClr val="dk1"/>
                </a:solidFill>
                <a:latin typeface="Times New Roman"/>
                <a:ea typeface="Times New Roman"/>
                <a:cs typeface="Times New Roman"/>
                <a:sym typeface="Times New Roman"/>
              </a:rPr>
              <a:t>Deep learning is a subset of machine learning in artificial intelligence that has networks capable of learning unsupervised from data that is unstructured or unlabeled.</a:t>
            </a:r>
            <a:endParaRPr sz="46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7"/>
          <p:cNvPicPr preferRelativeResize="0"/>
          <p:nvPr/>
        </p:nvPicPr>
        <p:blipFill>
          <a:blip r:embed="rId3">
            <a:alphaModFix/>
          </a:blip>
          <a:stretch>
            <a:fillRect/>
          </a:stretch>
        </p:blipFill>
        <p:spPr>
          <a:xfrm>
            <a:off x="1193000" y="1717500"/>
            <a:ext cx="8305800" cy="3286125"/>
          </a:xfrm>
          <a:prstGeom prst="rect">
            <a:avLst/>
          </a:prstGeom>
          <a:noFill/>
          <a:ln>
            <a:noFill/>
          </a:ln>
        </p:spPr>
      </p:pic>
      <p:sp>
        <p:nvSpPr>
          <p:cNvPr id="141" name="Google Shape;141;p7"/>
          <p:cNvSpPr txBox="1"/>
          <p:nvPr/>
        </p:nvSpPr>
        <p:spPr>
          <a:xfrm>
            <a:off x="1440500" y="5935525"/>
            <a:ext cx="7810800" cy="6003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1200"/>
              </a:spcBef>
              <a:spcAft>
                <a:spcPts val="1200"/>
              </a:spcAft>
              <a:buNone/>
            </a:pPr>
            <a:r>
              <a:rPr lang="en-US" sz="2700"/>
              <a:t>Neural Network Architecture</a:t>
            </a:r>
            <a:endParaRPr sz="27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a:latin typeface="Times New Roman"/>
                <a:ea typeface="Times New Roman"/>
                <a:cs typeface="Times New Roman"/>
                <a:sym typeface="Times New Roman"/>
              </a:rPr>
              <a:t>Dataset</a:t>
            </a:r>
            <a:endParaRPr sz="4000" b="1">
              <a:latin typeface="Times New Roman"/>
              <a:ea typeface="Times New Roman"/>
              <a:cs typeface="Times New Roman"/>
              <a:sym typeface="Times New Roman"/>
            </a:endParaRPr>
          </a:p>
        </p:txBody>
      </p:sp>
      <p:sp>
        <p:nvSpPr>
          <p:cNvPr id="147" name="Google Shape;147;p9"/>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p>
            <a:pPr marL="100793" lvl="0" indent="-133350" algn="l" rtl="0">
              <a:lnSpc>
                <a:spcPct val="100000"/>
              </a:lnSpc>
              <a:spcBef>
                <a:spcPts val="0"/>
              </a:spcBef>
              <a:spcAft>
                <a:spcPts val="0"/>
              </a:spcAft>
              <a:buClr>
                <a:srgbClr val="90C226"/>
              </a:buClr>
              <a:buSzPts val="2100"/>
              <a:buFont typeface="Times New Roman"/>
              <a:buChar char=" "/>
            </a:pPr>
            <a:r>
              <a:rPr lang="en-US" sz="2500" b="1">
                <a:latin typeface="Times New Roman"/>
                <a:ea typeface="Times New Roman"/>
                <a:cs typeface="Times New Roman"/>
                <a:sym typeface="Times New Roman"/>
              </a:rPr>
              <a:t>Indian Currency Notes Classifier </a:t>
            </a:r>
            <a:endParaRPr sz="2300">
              <a:latin typeface="Times New Roman"/>
              <a:ea typeface="Times New Roman"/>
              <a:cs typeface="Times New Roman"/>
              <a:sym typeface="Times New Roman"/>
            </a:endParaRPr>
          </a:p>
          <a:p>
            <a:pPr marL="100793" lvl="0" indent="-133350" algn="l" rtl="0">
              <a:lnSpc>
                <a:spcPct val="100000"/>
              </a:lnSpc>
              <a:spcBef>
                <a:spcPts val="1000"/>
              </a:spcBef>
              <a:spcAft>
                <a:spcPts val="0"/>
              </a:spcAft>
              <a:buClr>
                <a:srgbClr val="90C226"/>
              </a:buClr>
              <a:buSzPts val="2100"/>
              <a:buFont typeface="Times New Roman"/>
              <a:buChar char=" "/>
            </a:pPr>
            <a:r>
              <a:rPr lang="en-US" sz="2500">
                <a:latin typeface="Times New Roman"/>
                <a:ea typeface="Times New Roman"/>
                <a:cs typeface="Times New Roman"/>
                <a:sym typeface="Times New Roman"/>
              </a:rPr>
              <a:t>This Dataset contains 195 images of 7 categories of Indian Currency Notes, this data is collected from Google images, Shutter-stock images and Data flicr respectively, you can Play with this Dataset, to recognize type of Indian Note, from the Photo, or real Time Applications.</a:t>
            </a:r>
            <a:endParaRPr sz="2300">
              <a:latin typeface="Times New Roman"/>
              <a:ea typeface="Times New Roman"/>
              <a:cs typeface="Times New Roman"/>
              <a:sym typeface="Times New Roman"/>
            </a:endParaRPr>
          </a:p>
          <a:p>
            <a:pPr marL="100793" lvl="0" indent="-133350" algn="l" rtl="0">
              <a:lnSpc>
                <a:spcPct val="100000"/>
              </a:lnSpc>
              <a:spcBef>
                <a:spcPts val="1000"/>
              </a:spcBef>
              <a:spcAft>
                <a:spcPts val="0"/>
              </a:spcAft>
              <a:buClr>
                <a:srgbClr val="90C226"/>
              </a:buClr>
              <a:buSzPts val="2100"/>
              <a:buFont typeface="Times New Roman"/>
              <a:buChar char=" "/>
            </a:pPr>
            <a:r>
              <a:rPr lang="en-US" sz="2500">
                <a:latin typeface="Times New Roman"/>
                <a:ea typeface="Times New Roman"/>
                <a:cs typeface="Times New Roman"/>
                <a:sym typeface="Times New Roman"/>
              </a:rPr>
              <a:t>This Dataset looks forward, as a Image Classification Data, which contains 7 Distinct types of Indian Currency Notes, the images are not reduced to any single size, they may have different proportions.</a:t>
            </a:r>
            <a:endParaRPr sz="2705">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0"/>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dirty="0">
                <a:latin typeface="Times New Roman"/>
                <a:ea typeface="Times New Roman"/>
                <a:cs typeface="Times New Roman"/>
                <a:sym typeface="Times New Roman"/>
              </a:rPr>
              <a:t>About Dataset</a:t>
            </a:r>
            <a:endParaRPr sz="4000" b="1" dirty="0">
              <a:latin typeface="Times New Roman"/>
              <a:ea typeface="Times New Roman"/>
              <a:cs typeface="Times New Roman"/>
              <a:sym typeface="Times New Roman"/>
            </a:endParaRPr>
          </a:p>
        </p:txBody>
      </p:sp>
      <p:sp>
        <p:nvSpPr>
          <p:cNvPr id="153" name="Google Shape;153;p10"/>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p>
            <a:pPr marL="100794" lvl="0" indent="-139700" algn="l" rtl="0">
              <a:lnSpc>
                <a:spcPct val="90000"/>
              </a:lnSpc>
              <a:spcBef>
                <a:spcPts val="0"/>
              </a:spcBef>
              <a:spcAft>
                <a:spcPts val="0"/>
              </a:spcAft>
              <a:buSzPts val="2200"/>
              <a:buChar char=" "/>
            </a:pPr>
            <a:r>
              <a:rPr lang="en-US" dirty="0"/>
              <a:t>•Fake currency detection has been imported from Kaggle with total of 1000 images split </a:t>
            </a:r>
            <a:r>
              <a:rPr lang="en-US"/>
              <a:t>into train , test </a:t>
            </a:r>
            <a:r>
              <a:rPr lang="en-US" dirty="0"/>
              <a:t>folders each divided into category fake and real.</a:t>
            </a:r>
          </a:p>
          <a:p>
            <a:pPr marL="100794" lvl="0" indent="-139700" algn="l" rtl="0">
              <a:lnSpc>
                <a:spcPct val="90000"/>
              </a:lnSpc>
              <a:spcBef>
                <a:spcPts val="0"/>
              </a:spcBef>
              <a:spcAft>
                <a:spcPts val="0"/>
              </a:spcAft>
              <a:buSzPts val="2200"/>
              <a:buChar char=" "/>
            </a:pPr>
            <a:r>
              <a:rPr lang="en-US" sz="2400" dirty="0"/>
              <a:t>•The dataset is classified into 2 classes that is one for fake and another for real.</a:t>
            </a:r>
          </a:p>
          <a:p>
            <a:pPr marL="100794" lvl="0" indent="-139700" algn="l" rtl="0">
              <a:lnSpc>
                <a:spcPct val="90000"/>
              </a:lnSpc>
              <a:spcBef>
                <a:spcPts val="0"/>
              </a:spcBef>
              <a:spcAft>
                <a:spcPts val="0"/>
              </a:spcAft>
              <a:buSzPts val="2200"/>
              <a:buChar char=" "/>
            </a:pPr>
            <a:r>
              <a:rPr lang="en-US" sz="2400" dirty="0"/>
              <a:t>•The dataset can be partitioned into train and test data with 80:20       ratio.</a:t>
            </a:r>
            <a:endParaRPr sz="2400"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a:spLocks noGrp="1"/>
          </p:cNvSpPr>
          <p:nvPr>
            <p:ph type="title"/>
          </p:nvPr>
        </p:nvSpPr>
        <p:spPr>
          <a:xfrm>
            <a:off x="679200" y="315925"/>
            <a:ext cx="9287400" cy="1599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dirty="0">
                <a:latin typeface="Times New Roman"/>
                <a:ea typeface="Times New Roman"/>
                <a:cs typeface="Times New Roman"/>
                <a:sym typeface="Times New Roman"/>
              </a:rPr>
              <a:t>CNN (</a:t>
            </a:r>
            <a:r>
              <a:rPr lang="en-US" sz="4000" b="1" dirty="0">
                <a:solidFill>
                  <a:schemeClr val="dk1"/>
                </a:solidFill>
                <a:latin typeface="Times New Roman"/>
                <a:ea typeface="Times New Roman"/>
                <a:cs typeface="Times New Roman"/>
                <a:sym typeface="Times New Roman"/>
              </a:rPr>
              <a:t>Convolutional Neural Networks</a:t>
            </a:r>
            <a:r>
              <a:rPr lang="en-US" sz="4000" b="1" dirty="0">
                <a:latin typeface="Times New Roman"/>
                <a:ea typeface="Times New Roman"/>
                <a:cs typeface="Times New Roman"/>
                <a:sym typeface="Times New Roman"/>
              </a:rPr>
              <a:t>)</a:t>
            </a:r>
            <a:endParaRPr sz="4000" b="1" dirty="0">
              <a:latin typeface="Times New Roman"/>
              <a:ea typeface="Times New Roman"/>
              <a:cs typeface="Times New Roman"/>
              <a:sym typeface="Times New Roman"/>
            </a:endParaRPr>
          </a:p>
        </p:txBody>
      </p:sp>
      <p:sp>
        <p:nvSpPr>
          <p:cNvPr id="159" name="Google Shape;159;p11"/>
          <p:cNvSpPr txBox="1">
            <a:spLocks noGrp="1"/>
          </p:cNvSpPr>
          <p:nvPr>
            <p:ph type="body" idx="1"/>
          </p:nvPr>
        </p:nvSpPr>
        <p:spPr>
          <a:xfrm>
            <a:off x="962263" y="2034580"/>
            <a:ext cx="8820600" cy="4434900"/>
          </a:xfrm>
          <a:prstGeom prst="rect">
            <a:avLst/>
          </a:prstGeom>
          <a:noFill/>
          <a:ln>
            <a:noFill/>
          </a:ln>
        </p:spPr>
        <p:txBody>
          <a:bodyPr spcFirstLastPara="1" wrap="square" lIns="0" tIns="45700" rIns="0" bIns="45700" anchor="t" anchorCtr="0">
            <a:normAutofit/>
          </a:bodyPr>
          <a:lstStyle/>
          <a:p>
            <a:pPr marL="100793" lvl="0" indent="-165100" algn="l" rtl="0">
              <a:lnSpc>
                <a:spcPct val="150000"/>
              </a:lnSpc>
              <a:spcBef>
                <a:spcPts val="0"/>
              </a:spcBef>
              <a:spcAft>
                <a:spcPts val="0"/>
              </a:spcAft>
              <a:buSzPts val="2600"/>
              <a:buChar char="●"/>
            </a:pPr>
            <a:r>
              <a:rPr lang="en-US" sz="2600" dirty="0"/>
              <a:t> </a:t>
            </a:r>
            <a:r>
              <a:rPr lang="en-US" sz="2600" dirty="0">
                <a:latin typeface="Times New Roman"/>
                <a:ea typeface="Times New Roman"/>
                <a:cs typeface="Times New Roman"/>
                <a:sym typeface="Times New Roman"/>
              </a:rPr>
              <a:t>In this project we use Convolutional Neural Networks for the processing of images and getting appropriate outputs from it.</a:t>
            </a:r>
            <a:endParaRPr sz="2600" dirty="0">
              <a:latin typeface="Times New Roman"/>
              <a:ea typeface="Times New Roman"/>
              <a:cs typeface="Times New Roman"/>
              <a:sym typeface="Times New Roman"/>
            </a:endParaRPr>
          </a:p>
          <a:p>
            <a:pPr marL="100793" lvl="0" indent="-165100" algn="just" rtl="0">
              <a:lnSpc>
                <a:spcPct val="150000"/>
              </a:lnSpc>
              <a:spcBef>
                <a:spcPts val="0"/>
              </a:spcBef>
              <a:spcAft>
                <a:spcPts val="0"/>
              </a:spcAft>
              <a:buClr>
                <a:srgbClr val="292929"/>
              </a:buClr>
              <a:buSzPts val="2600"/>
              <a:buFont typeface="Times New Roman"/>
              <a:buChar char="●"/>
            </a:pPr>
            <a:r>
              <a:rPr lang="en-US" sz="2600" dirty="0">
                <a:solidFill>
                  <a:srgbClr val="292929"/>
                </a:solidFill>
                <a:latin typeface="Times New Roman"/>
                <a:ea typeface="Times New Roman"/>
                <a:cs typeface="Times New Roman"/>
                <a:sym typeface="Times New Roman"/>
              </a:rPr>
              <a:t>CNN or the convolutional neural network (CNN) is a class of </a:t>
            </a:r>
            <a:r>
              <a:rPr lang="en-US" sz="2600" b="1" dirty="0">
                <a:solidFill>
                  <a:srgbClr val="292929"/>
                </a:solidFill>
                <a:latin typeface="Times New Roman"/>
                <a:ea typeface="Times New Roman"/>
                <a:cs typeface="Times New Roman"/>
                <a:sym typeface="Times New Roman"/>
              </a:rPr>
              <a:t>deep learning </a:t>
            </a:r>
            <a:r>
              <a:rPr lang="en-US" sz="2600" dirty="0">
                <a:solidFill>
                  <a:srgbClr val="292929"/>
                </a:solidFill>
                <a:latin typeface="Times New Roman"/>
                <a:ea typeface="Times New Roman"/>
                <a:cs typeface="Times New Roman"/>
                <a:sym typeface="Times New Roman"/>
              </a:rPr>
              <a:t>. The CNN as a machine learning algorithm that can take in an input image, assign importance (learnable weights and biases) to various aspects/objects in the image, and be able to differentiate one from the other.</a:t>
            </a:r>
            <a:endParaRPr sz="2600" dirty="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2"/>
          <p:cNvSpPr txBox="1">
            <a:spLocks noGrp="1"/>
          </p:cNvSpPr>
          <p:nvPr>
            <p:ph type="title"/>
          </p:nvPr>
        </p:nvSpPr>
        <p:spPr>
          <a:xfrm>
            <a:off x="962263" y="315928"/>
            <a:ext cx="8820600" cy="1599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a:latin typeface="Times New Roman"/>
                <a:ea typeface="Times New Roman"/>
                <a:cs typeface="Times New Roman"/>
                <a:sym typeface="Times New Roman"/>
              </a:rPr>
              <a:t>CNN</a:t>
            </a:r>
            <a:endParaRPr sz="4000"/>
          </a:p>
        </p:txBody>
      </p:sp>
      <p:sp>
        <p:nvSpPr>
          <p:cNvPr id="165" name="Google Shape;165;p12"/>
          <p:cNvSpPr txBox="1">
            <a:spLocks noGrp="1"/>
          </p:cNvSpPr>
          <p:nvPr>
            <p:ph type="body" idx="1"/>
          </p:nvPr>
        </p:nvSpPr>
        <p:spPr>
          <a:xfrm>
            <a:off x="962263" y="2034580"/>
            <a:ext cx="8820600" cy="4434900"/>
          </a:xfrm>
          <a:prstGeom prst="rect">
            <a:avLst/>
          </a:prstGeom>
          <a:noFill/>
          <a:ln>
            <a:noFill/>
          </a:ln>
        </p:spPr>
        <p:txBody>
          <a:bodyPr spcFirstLastPara="1" wrap="square" lIns="0" tIns="45700" rIns="0" bIns="45700" anchor="t" anchorCtr="0">
            <a:normAutofit/>
          </a:bodyPr>
          <a:lstStyle/>
          <a:p>
            <a:pPr marL="342900" lvl="0" indent="0" algn="just" rtl="0">
              <a:lnSpc>
                <a:spcPct val="100000"/>
              </a:lnSpc>
              <a:spcBef>
                <a:spcPts val="1000"/>
              </a:spcBef>
              <a:spcAft>
                <a:spcPts val="0"/>
              </a:spcAft>
              <a:buNone/>
            </a:pPr>
            <a:r>
              <a:rPr lang="en-US" sz="2800">
                <a:solidFill>
                  <a:srgbClr val="292929"/>
                </a:solidFill>
                <a:latin typeface="Times New Roman"/>
                <a:ea typeface="Times New Roman"/>
                <a:cs typeface="Times New Roman"/>
                <a:sym typeface="Times New Roman"/>
              </a:rPr>
              <a:t>CNN works by extracting features from the images. Any CNN consists of the following:</a:t>
            </a:r>
            <a:endParaRPr sz="2600">
              <a:latin typeface="Trebuchet MS"/>
              <a:ea typeface="Trebuchet MS"/>
              <a:cs typeface="Trebuchet MS"/>
              <a:sym typeface="Trebuchet MS"/>
            </a:endParaRPr>
          </a:p>
          <a:p>
            <a:pPr marL="742950" lvl="1" indent="-336550" algn="just" rtl="0">
              <a:lnSpc>
                <a:spcPct val="100000"/>
              </a:lnSpc>
              <a:spcBef>
                <a:spcPts val="1000"/>
              </a:spcBef>
              <a:spcAft>
                <a:spcPts val="0"/>
              </a:spcAft>
              <a:buClr>
                <a:schemeClr val="dk1"/>
              </a:buClr>
              <a:buSzPts val="2400"/>
              <a:buFont typeface="Trebuchet MS"/>
              <a:buAutoNum type="arabicPeriod"/>
            </a:pPr>
            <a:r>
              <a:rPr lang="en-US" sz="2800">
                <a:solidFill>
                  <a:srgbClr val="292929"/>
                </a:solidFill>
                <a:latin typeface="Times New Roman"/>
                <a:ea typeface="Times New Roman"/>
                <a:cs typeface="Times New Roman"/>
                <a:sym typeface="Times New Roman"/>
              </a:rPr>
              <a:t>The input layer which is a grayscale image</a:t>
            </a:r>
            <a:endParaRPr sz="2400">
              <a:latin typeface="Trebuchet MS"/>
              <a:ea typeface="Trebuchet MS"/>
              <a:cs typeface="Trebuchet MS"/>
              <a:sym typeface="Trebuchet MS"/>
            </a:endParaRPr>
          </a:p>
          <a:p>
            <a:pPr marL="742950" lvl="1" indent="-336550" algn="just" rtl="0">
              <a:lnSpc>
                <a:spcPct val="100000"/>
              </a:lnSpc>
              <a:spcBef>
                <a:spcPts val="1000"/>
              </a:spcBef>
              <a:spcAft>
                <a:spcPts val="0"/>
              </a:spcAft>
              <a:buClr>
                <a:schemeClr val="dk1"/>
              </a:buClr>
              <a:buSzPts val="2400"/>
              <a:buFont typeface="Trebuchet MS"/>
              <a:buAutoNum type="arabicPeriod"/>
            </a:pPr>
            <a:r>
              <a:rPr lang="en-US" sz="2800">
                <a:solidFill>
                  <a:srgbClr val="292929"/>
                </a:solidFill>
                <a:latin typeface="Times New Roman"/>
                <a:ea typeface="Times New Roman"/>
                <a:cs typeface="Times New Roman"/>
                <a:sym typeface="Times New Roman"/>
              </a:rPr>
              <a:t>The Output layer which is a binary or multi-class labels</a:t>
            </a:r>
            <a:endParaRPr sz="2400">
              <a:latin typeface="Trebuchet MS"/>
              <a:ea typeface="Trebuchet MS"/>
              <a:cs typeface="Trebuchet MS"/>
              <a:sym typeface="Trebuchet MS"/>
            </a:endParaRPr>
          </a:p>
          <a:p>
            <a:pPr marL="742950" lvl="1" indent="-336550" algn="just" rtl="0">
              <a:lnSpc>
                <a:spcPct val="100000"/>
              </a:lnSpc>
              <a:spcBef>
                <a:spcPts val="1000"/>
              </a:spcBef>
              <a:spcAft>
                <a:spcPts val="0"/>
              </a:spcAft>
              <a:buClr>
                <a:schemeClr val="dk1"/>
              </a:buClr>
              <a:buSzPts val="2400"/>
              <a:buFont typeface="Trebuchet MS"/>
              <a:buAutoNum type="arabicPeriod"/>
            </a:pPr>
            <a:r>
              <a:rPr lang="en-US" sz="2800">
                <a:solidFill>
                  <a:srgbClr val="292929"/>
                </a:solidFill>
                <a:latin typeface="Times New Roman"/>
                <a:ea typeface="Times New Roman"/>
                <a:cs typeface="Times New Roman"/>
                <a:sym typeface="Times New Roman"/>
              </a:rPr>
              <a:t>Hidden layers consisting of convolution layers, ReLU (rectified linear unit) layers, the pooling layers, and a fully connected Neural Network</a:t>
            </a:r>
            <a:endParaRPr sz="2400">
              <a:latin typeface="Trebuchet MS"/>
              <a:ea typeface="Trebuchet MS"/>
              <a:cs typeface="Trebuchet MS"/>
              <a:sym typeface="Trebuchet MS"/>
            </a:endParaRPr>
          </a:p>
          <a:p>
            <a:pPr marL="342900" lvl="0" indent="-241300" algn="just" rtl="0">
              <a:lnSpc>
                <a:spcPct val="100000"/>
              </a:lnSpc>
              <a:spcBef>
                <a:spcPts val="1000"/>
              </a:spcBef>
              <a:spcAft>
                <a:spcPts val="0"/>
              </a:spcAft>
              <a:buClr>
                <a:schemeClr val="dk1"/>
              </a:buClr>
              <a:buSzPts val="1600"/>
              <a:buFont typeface="Arial"/>
              <a:buNone/>
            </a:pPr>
            <a:endParaRPr sz="2000">
              <a:latin typeface="Times New Roman"/>
              <a:ea typeface="Times New Roman"/>
              <a:cs typeface="Times New Roman"/>
              <a:sym typeface="Times New Roman"/>
            </a:endParaRPr>
          </a:p>
          <a:p>
            <a:pPr marL="100793" lvl="0" indent="0" algn="l" rtl="0">
              <a:lnSpc>
                <a:spcPct val="90000"/>
              </a:lnSpc>
              <a:spcBef>
                <a:spcPts val="0"/>
              </a:spcBef>
              <a:spcAft>
                <a:spcPts val="0"/>
              </a:spcAft>
              <a:buSzPts val="2205"/>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4"/>
          <p:cNvSpPr txBox="1">
            <a:spLocks noGrp="1"/>
          </p:cNvSpPr>
          <p:nvPr>
            <p:ph type="title"/>
          </p:nvPr>
        </p:nvSpPr>
        <p:spPr>
          <a:xfrm>
            <a:off x="962263" y="315928"/>
            <a:ext cx="8820600" cy="1599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a:latin typeface="Times New Roman"/>
                <a:ea typeface="Times New Roman"/>
                <a:cs typeface="Times New Roman"/>
                <a:sym typeface="Times New Roman"/>
              </a:rPr>
              <a:t>CNN Architecture </a:t>
            </a:r>
            <a:endParaRPr sz="4000" b="1">
              <a:latin typeface="Times New Roman"/>
              <a:ea typeface="Times New Roman"/>
              <a:cs typeface="Times New Roman"/>
              <a:sym typeface="Times New Roman"/>
            </a:endParaRPr>
          </a:p>
        </p:txBody>
      </p:sp>
      <p:pic>
        <p:nvPicPr>
          <p:cNvPr id="171" name="Google Shape;171;p14" descr="cnn.jpeg"/>
          <p:cNvPicPr preferRelativeResize="0"/>
          <p:nvPr/>
        </p:nvPicPr>
        <p:blipFill rotWithShape="1">
          <a:blip r:embed="rId3">
            <a:alphaModFix/>
          </a:blip>
          <a:srcRect/>
          <a:stretch/>
        </p:blipFill>
        <p:spPr>
          <a:xfrm>
            <a:off x="1629285" y="2016924"/>
            <a:ext cx="8004900" cy="4644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26"/>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177" name="Google Shape;177;p26"/>
          <p:cNvSpPr txBox="1"/>
          <p:nvPr/>
        </p:nvSpPr>
        <p:spPr>
          <a:xfrm>
            <a:off x="545829" y="1019318"/>
            <a:ext cx="8280000" cy="4866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800" b="1" u="sng" strike="noStrike">
                <a:solidFill>
                  <a:schemeClr val="dk1"/>
                </a:solidFill>
                <a:latin typeface="Times New Roman"/>
                <a:ea typeface="Times New Roman"/>
                <a:cs typeface="Times New Roman"/>
                <a:sym typeface="Times New Roman"/>
              </a:rPr>
              <a:t>1.1 Purpose of the system:</a:t>
            </a:r>
            <a:endParaRPr sz="2800" b="0" u="sng" strike="noStrike">
              <a:solidFill>
                <a:schemeClr val="dk1"/>
              </a:solidFill>
              <a:latin typeface="Times New Roman"/>
              <a:ea typeface="Times New Roman"/>
              <a:cs typeface="Times New Roman"/>
              <a:sym typeface="Times New Roman"/>
            </a:endParaRPr>
          </a:p>
        </p:txBody>
      </p:sp>
      <p:sp>
        <p:nvSpPr>
          <p:cNvPr id="178" name="Google Shape;178;p26"/>
          <p:cNvSpPr txBox="1"/>
          <p:nvPr/>
        </p:nvSpPr>
        <p:spPr>
          <a:xfrm>
            <a:off x="413900" y="1624175"/>
            <a:ext cx="9864000" cy="1402800"/>
          </a:xfrm>
          <a:prstGeom prst="rect">
            <a:avLst/>
          </a:prstGeom>
          <a:noFill/>
          <a:ln>
            <a:noFill/>
          </a:ln>
        </p:spPr>
        <p:txBody>
          <a:bodyPr spcFirstLastPara="1" wrap="square" lIns="90000" tIns="45000" rIns="90000" bIns="45000" anchor="t" anchorCtr="0">
            <a:noAutofit/>
          </a:bodyPr>
          <a:lstStyle/>
          <a:p>
            <a:pPr marL="457200" lvl="0" indent="-364490" algn="l" rtl="0">
              <a:lnSpc>
                <a:spcPct val="115000"/>
              </a:lnSpc>
              <a:spcBef>
                <a:spcPts val="1000"/>
              </a:spcBef>
              <a:spcAft>
                <a:spcPts val="0"/>
              </a:spcAft>
              <a:buClr>
                <a:schemeClr val="dk1"/>
              </a:buClr>
              <a:buSzPts val="2140"/>
              <a:buFont typeface="Times New Roman"/>
              <a:buChar char="◆"/>
            </a:pPr>
            <a:r>
              <a:rPr lang="en-US" sz="2500">
                <a:solidFill>
                  <a:srgbClr val="3F3F3F"/>
                </a:solidFill>
                <a:latin typeface="Times New Roman"/>
                <a:ea typeface="Times New Roman"/>
                <a:cs typeface="Times New Roman"/>
                <a:sym typeface="Times New Roman"/>
              </a:rPr>
              <a:t>To develop a system using deep learning algorithm that is conventional neural network to predict the whether the indian currency note is real or fake.</a:t>
            </a:r>
            <a:endParaRPr sz="2500">
              <a:solidFill>
                <a:srgbClr val="3F3F3F"/>
              </a:solidFill>
              <a:latin typeface="Times New Roman"/>
              <a:ea typeface="Times New Roman"/>
              <a:cs typeface="Times New Roman"/>
              <a:sym typeface="Times New Roman"/>
            </a:endParaRPr>
          </a:p>
          <a:p>
            <a:pPr marL="457200" marR="0" lvl="0" indent="0" algn="just" rtl="0">
              <a:spcBef>
                <a:spcPts val="0"/>
              </a:spcBef>
              <a:spcAft>
                <a:spcPts val="0"/>
              </a:spcAft>
              <a:buNone/>
            </a:pPr>
            <a:endParaRPr sz="2000">
              <a:solidFill>
                <a:schemeClr val="dk1"/>
              </a:solidFill>
              <a:latin typeface="Times New Roman"/>
              <a:ea typeface="Times New Roman"/>
              <a:cs typeface="Times New Roman"/>
              <a:sym typeface="Times New Roman"/>
            </a:endParaRPr>
          </a:p>
        </p:txBody>
      </p:sp>
      <p:sp>
        <p:nvSpPr>
          <p:cNvPr id="179" name="Google Shape;179;p26"/>
          <p:cNvSpPr txBox="1"/>
          <p:nvPr/>
        </p:nvSpPr>
        <p:spPr>
          <a:xfrm>
            <a:off x="545825" y="3779850"/>
            <a:ext cx="9951900" cy="2849700"/>
          </a:xfrm>
          <a:prstGeom prst="rect">
            <a:avLst/>
          </a:prstGeom>
          <a:noFill/>
          <a:ln>
            <a:noFill/>
          </a:ln>
        </p:spPr>
        <p:txBody>
          <a:bodyPr spcFirstLastPara="1" wrap="square" lIns="90000" tIns="45000" rIns="90000" bIns="45000" anchor="t" anchorCtr="0">
            <a:noAutofit/>
          </a:bodyPr>
          <a:lstStyle/>
          <a:p>
            <a:pPr marL="457200" lvl="0" indent="-361950" algn="l" rtl="0">
              <a:spcBef>
                <a:spcPts val="1000"/>
              </a:spcBef>
              <a:spcAft>
                <a:spcPts val="0"/>
              </a:spcAft>
              <a:buClr>
                <a:schemeClr val="dk1"/>
              </a:buClr>
              <a:buSzPts val="2100"/>
              <a:buFont typeface="Noto Sans Symbols"/>
              <a:buChar char="◆"/>
            </a:pPr>
            <a:r>
              <a:rPr lang="en-US" sz="2100">
                <a:solidFill>
                  <a:srgbClr val="3F3F3F"/>
                </a:solidFill>
                <a:latin typeface="Trebuchet MS"/>
                <a:ea typeface="Trebuchet MS"/>
                <a:cs typeface="Trebuchet MS"/>
                <a:sym typeface="Trebuchet MS"/>
              </a:rPr>
              <a:t>Study existing image detection schemes and concern on recognition base types.</a:t>
            </a:r>
            <a:endParaRPr sz="2100">
              <a:solidFill>
                <a:srgbClr val="3F3F3F"/>
              </a:solidFill>
              <a:latin typeface="Trebuchet MS"/>
              <a:ea typeface="Trebuchet MS"/>
              <a:cs typeface="Trebuchet MS"/>
              <a:sym typeface="Trebuchet MS"/>
            </a:endParaRPr>
          </a:p>
          <a:p>
            <a:pPr marL="457200" lvl="0" indent="-361950" algn="l" rtl="0">
              <a:spcBef>
                <a:spcPts val="1000"/>
              </a:spcBef>
              <a:spcAft>
                <a:spcPts val="0"/>
              </a:spcAft>
              <a:buClr>
                <a:schemeClr val="dk1"/>
              </a:buClr>
              <a:buSzPts val="2100"/>
              <a:buFont typeface="Noto Sans Symbols"/>
              <a:buChar char="◆"/>
            </a:pPr>
            <a:r>
              <a:rPr lang="en-US" sz="2100">
                <a:solidFill>
                  <a:srgbClr val="3F3F3F"/>
                </a:solidFill>
                <a:latin typeface="Trebuchet MS"/>
                <a:ea typeface="Trebuchet MS"/>
                <a:cs typeface="Trebuchet MS"/>
                <a:sym typeface="Trebuchet MS"/>
              </a:rPr>
              <a:t>Study the usability features of the existing fake currency detection methods from the general features.</a:t>
            </a:r>
            <a:endParaRPr sz="2100">
              <a:solidFill>
                <a:srgbClr val="3F3F3F"/>
              </a:solidFill>
              <a:latin typeface="Trebuchet MS"/>
              <a:ea typeface="Trebuchet MS"/>
              <a:cs typeface="Trebuchet MS"/>
              <a:sym typeface="Trebuchet MS"/>
            </a:endParaRPr>
          </a:p>
          <a:p>
            <a:pPr marL="457200" lvl="0" indent="-361950" algn="l" rtl="0">
              <a:spcBef>
                <a:spcPts val="1000"/>
              </a:spcBef>
              <a:spcAft>
                <a:spcPts val="0"/>
              </a:spcAft>
              <a:buClr>
                <a:schemeClr val="dk1"/>
              </a:buClr>
              <a:buSzPts val="2100"/>
              <a:buFont typeface="Noto Sans Symbols"/>
              <a:buChar char="◆"/>
            </a:pPr>
            <a:r>
              <a:rPr lang="en-US" sz="2100">
                <a:solidFill>
                  <a:srgbClr val="3F3F3F"/>
                </a:solidFill>
                <a:latin typeface="Trebuchet MS"/>
                <a:ea typeface="Trebuchet MS"/>
                <a:cs typeface="Trebuchet MS"/>
                <a:sym typeface="Trebuchet MS"/>
              </a:rPr>
              <a:t>Mapping between the recognition-based image detection system methods and the usability features and extract a collection of usability features to be built in the new system prototype. </a:t>
            </a:r>
            <a:endParaRPr sz="2100">
              <a:solidFill>
                <a:schemeClr val="dk1"/>
              </a:solidFill>
              <a:latin typeface="Times New Roman"/>
              <a:ea typeface="Times New Roman"/>
              <a:cs typeface="Times New Roman"/>
              <a:sym typeface="Times New Roman"/>
            </a:endParaRPr>
          </a:p>
        </p:txBody>
      </p:sp>
      <p:sp>
        <p:nvSpPr>
          <p:cNvPr id="180" name="Google Shape;180;p26"/>
          <p:cNvSpPr txBox="1"/>
          <p:nvPr/>
        </p:nvSpPr>
        <p:spPr>
          <a:xfrm>
            <a:off x="545829" y="3026987"/>
            <a:ext cx="8280000" cy="4866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800" b="1" u="sng" strike="noStrike">
                <a:solidFill>
                  <a:schemeClr val="dk1"/>
                </a:solidFill>
                <a:latin typeface="Times New Roman"/>
                <a:ea typeface="Times New Roman"/>
                <a:cs typeface="Times New Roman"/>
                <a:sym typeface="Times New Roman"/>
              </a:rPr>
              <a:t>1.2 Scope of the System</a:t>
            </a:r>
            <a:endParaRPr sz="2800" b="0" u="sng"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27"/>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186" name="Google Shape;186;p27"/>
          <p:cNvSpPr txBox="1"/>
          <p:nvPr/>
        </p:nvSpPr>
        <p:spPr>
          <a:xfrm>
            <a:off x="413906" y="1478928"/>
            <a:ext cx="8280000" cy="4866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800" b="1" u="sng" strike="noStrike">
                <a:solidFill>
                  <a:schemeClr val="dk1"/>
                </a:solidFill>
                <a:latin typeface="Times New Roman"/>
                <a:ea typeface="Times New Roman"/>
                <a:cs typeface="Times New Roman"/>
                <a:sym typeface="Times New Roman"/>
              </a:rPr>
              <a:t>2. Existing System:</a:t>
            </a:r>
            <a:endParaRPr sz="2800" b="0" u="sng" strike="noStrike">
              <a:solidFill>
                <a:schemeClr val="dk1"/>
              </a:solidFill>
              <a:latin typeface="Times New Roman"/>
              <a:ea typeface="Times New Roman"/>
              <a:cs typeface="Times New Roman"/>
              <a:sym typeface="Times New Roman"/>
            </a:endParaRPr>
          </a:p>
        </p:txBody>
      </p:sp>
      <p:sp>
        <p:nvSpPr>
          <p:cNvPr id="187" name="Google Shape;187;p27"/>
          <p:cNvSpPr txBox="1"/>
          <p:nvPr/>
        </p:nvSpPr>
        <p:spPr>
          <a:xfrm>
            <a:off x="413900" y="2113300"/>
            <a:ext cx="10056900" cy="4752300"/>
          </a:xfrm>
          <a:prstGeom prst="rect">
            <a:avLst/>
          </a:prstGeom>
          <a:noFill/>
          <a:ln>
            <a:noFill/>
          </a:ln>
        </p:spPr>
        <p:txBody>
          <a:bodyPr spcFirstLastPara="1" wrap="square" lIns="90000" tIns="45000" rIns="90000" bIns="45000" anchor="t" anchorCtr="0">
            <a:noAutofit/>
          </a:bodyPr>
          <a:lstStyle/>
          <a:p>
            <a:pPr marL="457200" lvl="0" indent="-320040" algn="l" rtl="0">
              <a:spcBef>
                <a:spcPts val="0"/>
              </a:spcBef>
              <a:spcAft>
                <a:spcPts val="0"/>
              </a:spcAft>
              <a:buClr>
                <a:schemeClr val="dk1"/>
              </a:buClr>
              <a:buSzPts val="1440"/>
              <a:buFont typeface="Noto Sans Symbols"/>
              <a:buChar char="◆"/>
            </a:pPr>
            <a:r>
              <a:rPr lang="en-US" sz="1800">
                <a:solidFill>
                  <a:srgbClr val="3F3F3F"/>
                </a:solidFill>
                <a:latin typeface="Trebuchet MS"/>
                <a:ea typeface="Trebuchet MS"/>
                <a:cs typeface="Trebuchet MS"/>
                <a:sym typeface="Trebuchet MS"/>
              </a:rPr>
              <a:t>In Existing System takes an image acquisition that means taking an input as the image only through the scanner and in this there is no use of any digital camera to capture the image in the real time system.</a:t>
            </a:r>
            <a:endParaRPr sz="1800">
              <a:solidFill>
                <a:srgbClr val="3F3F3F"/>
              </a:solidFill>
              <a:latin typeface="Trebuchet MS"/>
              <a:ea typeface="Trebuchet MS"/>
              <a:cs typeface="Trebuchet MS"/>
              <a:sym typeface="Trebuchet MS"/>
            </a:endParaRPr>
          </a:p>
          <a:p>
            <a:pPr marL="457200" lvl="0" indent="-320040" algn="l" rtl="0">
              <a:spcBef>
                <a:spcPts val="1000"/>
              </a:spcBef>
              <a:spcAft>
                <a:spcPts val="0"/>
              </a:spcAft>
              <a:buClr>
                <a:schemeClr val="dk1"/>
              </a:buClr>
              <a:buSzPts val="1440"/>
              <a:buFont typeface="Noto Sans Symbols"/>
              <a:buChar char="◆"/>
            </a:pPr>
            <a:r>
              <a:rPr lang="en-US" sz="1800">
                <a:solidFill>
                  <a:srgbClr val="3F3F3F"/>
                </a:solidFill>
                <a:latin typeface="Trebuchet MS"/>
                <a:ea typeface="Trebuchet MS"/>
                <a:cs typeface="Trebuchet MS"/>
                <a:sym typeface="Trebuchet MS"/>
              </a:rPr>
              <a:t>In this existing system, only front part of the note is take into consideration and not the rear part.</a:t>
            </a:r>
            <a:endParaRPr sz="200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None/>
            </a:pPr>
            <a:endParaRPr sz="2800" b="1" u="sng">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None/>
            </a:pPr>
            <a:r>
              <a:rPr lang="en-US" sz="2800" b="1" u="sng">
                <a:solidFill>
                  <a:schemeClr val="dk1"/>
                </a:solidFill>
                <a:latin typeface="Times New Roman"/>
                <a:ea typeface="Times New Roman"/>
                <a:cs typeface="Times New Roman"/>
                <a:sym typeface="Times New Roman"/>
              </a:rPr>
              <a:t>3. Proposed System:</a:t>
            </a:r>
            <a:endParaRPr/>
          </a:p>
          <a:p>
            <a:pPr marL="457200" marR="0" lvl="0" indent="-361950" algn="just" rtl="0">
              <a:spcBef>
                <a:spcPts val="0"/>
              </a:spcBef>
              <a:spcAft>
                <a:spcPts val="0"/>
              </a:spcAft>
              <a:buClr>
                <a:srgbClr val="3F3F3F"/>
              </a:buClr>
              <a:buSzPts val="2100"/>
              <a:buFont typeface="Times New Roman"/>
              <a:buChar char="●"/>
            </a:pPr>
            <a:r>
              <a:rPr lang="en-US" sz="2100">
                <a:solidFill>
                  <a:srgbClr val="3F3F3F"/>
                </a:solidFill>
                <a:latin typeface="Times New Roman"/>
                <a:ea typeface="Times New Roman"/>
                <a:cs typeface="Times New Roman"/>
                <a:sym typeface="Times New Roman"/>
              </a:rPr>
              <a:t>The proposed system contains the advantages of the existing system and eliminates the disadvantages of it. </a:t>
            </a:r>
            <a:endParaRPr sz="2100">
              <a:solidFill>
                <a:srgbClr val="3F3F3F"/>
              </a:solidFill>
              <a:latin typeface="Times New Roman"/>
              <a:ea typeface="Times New Roman"/>
              <a:cs typeface="Times New Roman"/>
              <a:sym typeface="Times New Roman"/>
            </a:endParaRPr>
          </a:p>
          <a:p>
            <a:pPr marL="457200" lvl="0" indent="-339090" algn="l" rtl="0">
              <a:spcBef>
                <a:spcPts val="1000"/>
              </a:spcBef>
              <a:spcAft>
                <a:spcPts val="0"/>
              </a:spcAft>
              <a:buClr>
                <a:schemeClr val="dk1"/>
              </a:buClr>
              <a:buSzPts val="1740"/>
              <a:buFont typeface="Times New Roman"/>
              <a:buChar char="●"/>
            </a:pPr>
            <a:r>
              <a:rPr lang="en-US" sz="2100">
                <a:solidFill>
                  <a:srgbClr val="3F3F3F"/>
                </a:solidFill>
                <a:latin typeface="Times New Roman"/>
                <a:ea typeface="Times New Roman"/>
                <a:cs typeface="Times New Roman"/>
                <a:sym typeface="Times New Roman"/>
              </a:rPr>
              <a:t>The project centers on the design and implementation of Fake Currency Detection Application.</a:t>
            </a:r>
            <a:endParaRPr sz="2100">
              <a:solidFill>
                <a:srgbClr val="3F3F3F"/>
              </a:solidFill>
              <a:latin typeface="Times New Roman"/>
              <a:ea typeface="Times New Roman"/>
              <a:cs typeface="Times New Roman"/>
              <a:sym typeface="Times New Roman"/>
            </a:endParaRPr>
          </a:p>
          <a:p>
            <a:pPr marL="457200" lvl="0" indent="-339090" algn="l" rtl="0">
              <a:spcBef>
                <a:spcPts val="1000"/>
              </a:spcBef>
              <a:spcAft>
                <a:spcPts val="0"/>
              </a:spcAft>
              <a:buClr>
                <a:schemeClr val="dk1"/>
              </a:buClr>
              <a:buSzPts val="1740"/>
              <a:buFont typeface="Times New Roman"/>
              <a:buChar char="●"/>
            </a:pPr>
            <a:r>
              <a:rPr lang="en-US" sz="2100">
                <a:solidFill>
                  <a:srgbClr val="3F3F3F"/>
                </a:solidFill>
                <a:latin typeface="Times New Roman"/>
                <a:ea typeface="Times New Roman"/>
                <a:cs typeface="Times New Roman"/>
                <a:sym typeface="Times New Roman"/>
              </a:rPr>
              <a:t>The scope of the project is to provide approaches and strategies, which have proved to be suitable when accessing the image of the desired currency note.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28"/>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193" name="Google Shape;193;p28"/>
          <p:cNvSpPr txBox="1"/>
          <p:nvPr/>
        </p:nvSpPr>
        <p:spPr>
          <a:xfrm>
            <a:off x="576000" y="1459855"/>
            <a:ext cx="8280000" cy="486720"/>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US" sz="2800" b="1" u="sng" strike="noStrike">
                <a:solidFill>
                  <a:schemeClr val="dk1"/>
                </a:solidFill>
                <a:latin typeface="Times New Roman"/>
                <a:ea typeface="Times New Roman"/>
                <a:cs typeface="Times New Roman"/>
                <a:sym typeface="Times New Roman"/>
              </a:rPr>
              <a:t>4. Functional Requirements:</a:t>
            </a:r>
            <a:endParaRPr sz="2800" b="0" u="sng" strike="noStrike">
              <a:solidFill>
                <a:schemeClr val="dk1"/>
              </a:solidFill>
              <a:latin typeface="Times New Roman"/>
              <a:ea typeface="Times New Roman"/>
              <a:cs typeface="Times New Roman"/>
              <a:sym typeface="Times New Roman"/>
            </a:endParaRPr>
          </a:p>
        </p:txBody>
      </p:sp>
      <p:sp>
        <p:nvSpPr>
          <p:cNvPr id="194" name="Google Shape;194;p28"/>
          <p:cNvSpPr txBox="1"/>
          <p:nvPr/>
        </p:nvSpPr>
        <p:spPr>
          <a:xfrm>
            <a:off x="576000" y="2405915"/>
            <a:ext cx="8640000" cy="3929760"/>
          </a:xfrm>
          <a:prstGeom prst="rect">
            <a:avLst/>
          </a:prstGeom>
          <a:noFill/>
          <a:ln>
            <a:noFill/>
          </a:ln>
        </p:spPr>
        <p:txBody>
          <a:bodyPr spcFirstLastPara="1" wrap="square" lIns="90000" tIns="45000" rIns="90000" bIns="45000" anchor="t" anchorCtr="0">
            <a:noAutofit/>
          </a:bodyPr>
          <a:lstStyle/>
          <a:p>
            <a:pPr marL="216000" marR="0" lvl="0" indent="-216000" algn="just" rtl="0">
              <a:spcBef>
                <a:spcPts val="0"/>
              </a:spcBef>
              <a:spcAft>
                <a:spcPts val="0"/>
              </a:spcAft>
              <a:buClr>
                <a:srgbClr val="000000"/>
              </a:buClr>
              <a:buSzPts val="900"/>
              <a:buFont typeface="Noto Sans Symbols"/>
              <a:buChar char="◆"/>
            </a:pPr>
            <a:r>
              <a:rPr lang="en-US" sz="2000" b="0" strike="noStrike">
                <a:solidFill>
                  <a:schemeClr val="dk1"/>
                </a:solidFill>
                <a:latin typeface="Times New Roman"/>
                <a:ea typeface="Times New Roman"/>
                <a:cs typeface="Times New Roman"/>
                <a:sym typeface="Times New Roman"/>
              </a:rPr>
              <a:t>Security</a:t>
            </a:r>
            <a:endParaRPr sz="20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a:solidFill>
                  <a:schemeClr val="dk1"/>
                </a:solidFill>
                <a:latin typeface="Times New Roman"/>
                <a:ea typeface="Times New Roman"/>
                <a:cs typeface="Times New Roman"/>
                <a:sym typeface="Times New Roman"/>
              </a:rPr>
              <a:t>Maintainability</a:t>
            </a:r>
            <a:endParaRPr sz="20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a:solidFill>
                  <a:schemeClr val="dk1"/>
                </a:solidFill>
                <a:latin typeface="Times New Roman"/>
                <a:ea typeface="Times New Roman"/>
                <a:cs typeface="Times New Roman"/>
                <a:sym typeface="Times New Roman"/>
              </a:rPr>
              <a:t>Reliability</a:t>
            </a:r>
            <a:endParaRPr sz="20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a:solidFill>
                  <a:schemeClr val="dk1"/>
                </a:solidFill>
                <a:latin typeface="Times New Roman"/>
                <a:ea typeface="Times New Roman"/>
                <a:cs typeface="Times New Roman"/>
                <a:sym typeface="Times New Roman"/>
              </a:rPr>
              <a:t>Scalability</a:t>
            </a:r>
            <a:endParaRPr sz="20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a:solidFill>
                  <a:schemeClr val="dk1"/>
                </a:solidFill>
                <a:latin typeface="Times New Roman"/>
                <a:ea typeface="Times New Roman"/>
                <a:cs typeface="Times New Roman"/>
                <a:sym typeface="Times New Roman"/>
              </a:rPr>
              <a:t>Performance</a:t>
            </a:r>
            <a:endParaRPr sz="20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a:solidFill>
                  <a:schemeClr val="dk1"/>
                </a:solidFill>
                <a:latin typeface="Times New Roman"/>
                <a:ea typeface="Times New Roman"/>
                <a:cs typeface="Times New Roman"/>
                <a:sym typeface="Times New Roman"/>
              </a:rPr>
              <a:t>Re usability</a:t>
            </a:r>
            <a:endParaRPr sz="2000" b="0"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29"/>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200" name="Google Shape;200;p29"/>
          <p:cNvSpPr txBox="1"/>
          <p:nvPr/>
        </p:nvSpPr>
        <p:spPr>
          <a:xfrm>
            <a:off x="576000" y="1575433"/>
            <a:ext cx="8280000" cy="486720"/>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US" sz="2800" b="1" u="sng" strike="noStrike">
                <a:solidFill>
                  <a:schemeClr val="dk1"/>
                </a:solidFill>
                <a:latin typeface="Times New Roman"/>
                <a:ea typeface="Times New Roman"/>
                <a:cs typeface="Times New Roman"/>
                <a:sym typeface="Times New Roman"/>
              </a:rPr>
              <a:t>5 Non-Functional Requirements:</a:t>
            </a:r>
            <a:endParaRPr sz="2800" b="0" u="sng" strike="noStrike">
              <a:solidFill>
                <a:schemeClr val="dk1"/>
              </a:solidFill>
              <a:latin typeface="Times New Roman"/>
              <a:ea typeface="Times New Roman"/>
              <a:cs typeface="Times New Roman"/>
              <a:sym typeface="Times New Roman"/>
            </a:endParaRPr>
          </a:p>
        </p:txBody>
      </p:sp>
      <p:sp>
        <p:nvSpPr>
          <p:cNvPr id="201" name="Google Shape;201;p29"/>
          <p:cNvSpPr txBox="1"/>
          <p:nvPr/>
        </p:nvSpPr>
        <p:spPr>
          <a:xfrm>
            <a:off x="720000" y="2396589"/>
            <a:ext cx="6840000" cy="1114200"/>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US" sz="2800" b="1" u="sng" strike="noStrike" dirty="0">
                <a:solidFill>
                  <a:schemeClr val="dk1"/>
                </a:solidFill>
                <a:latin typeface="Times New Roman"/>
                <a:ea typeface="Times New Roman"/>
                <a:cs typeface="Times New Roman"/>
                <a:sym typeface="Times New Roman"/>
              </a:rPr>
              <a:t>5.1 Software Requirements:</a:t>
            </a:r>
            <a:endParaRPr sz="2800" b="1" strike="noStrik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dirty="0">
                <a:solidFill>
                  <a:schemeClr val="dk1"/>
                </a:solidFill>
                <a:latin typeface="Times New Roman"/>
                <a:ea typeface="Times New Roman"/>
                <a:cs typeface="Times New Roman"/>
                <a:sym typeface="Times New Roman"/>
              </a:rPr>
              <a:t>Operating System: - Windows</a:t>
            </a:r>
            <a:endParaRPr sz="20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dirty="0">
                <a:solidFill>
                  <a:schemeClr val="dk1"/>
                </a:solidFill>
                <a:latin typeface="Times New Roman"/>
                <a:ea typeface="Times New Roman"/>
                <a:cs typeface="Times New Roman"/>
                <a:sym typeface="Times New Roman"/>
              </a:rPr>
              <a:t>IDE – </a:t>
            </a:r>
            <a:r>
              <a:rPr lang="en-US" sz="2000" b="0" strike="noStrike" dirty="0" err="1">
                <a:solidFill>
                  <a:schemeClr val="dk1"/>
                </a:solidFill>
                <a:latin typeface="Times New Roman"/>
                <a:ea typeface="Times New Roman"/>
                <a:cs typeface="Times New Roman"/>
                <a:sym typeface="Times New Roman"/>
              </a:rPr>
              <a:t>Jupyter</a:t>
            </a:r>
            <a:endParaRPr sz="2000" b="0" strike="noStrike" dirty="0">
              <a:solidFill>
                <a:schemeClr val="dk1"/>
              </a:solidFill>
              <a:latin typeface="Times New Roman"/>
              <a:ea typeface="Times New Roman"/>
              <a:cs typeface="Times New Roman"/>
              <a:sym typeface="Times New Roman"/>
            </a:endParaRPr>
          </a:p>
        </p:txBody>
      </p:sp>
      <p:sp>
        <p:nvSpPr>
          <p:cNvPr id="202" name="Google Shape;202;p29"/>
          <p:cNvSpPr txBox="1"/>
          <p:nvPr/>
        </p:nvSpPr>
        <p:spPr>
          <a:xfrm>
            <a:off x="720000" y="4114762"/>
            <a:ext cx="6840000" cy="1626120"/>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US" sz="2800" b="1" u="sng" strike="noStrike">
                <a:solidFill>
                  <a:schemeClr val="dk1"/>
                </a:solidFill>
                <a:latin typeface="Times New Roman"/>
                <a:ea typeface="Times New Roman"/>
                <a:cs typeface="Times New Roman"/>
                <a:sym typeface="Times New Roman"/>
              </a:rPr>
              <a:t>5.2 Hardware Requirements:</a:t>
            </a:r>
            <a:endParaRPr sz="2800" b="1" strike="noStrike">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a:solidFill>
                  <a:schemeClr val="dk1"/>
                </a:solidFill>
                <a:latin typeface="Times New Roman"/>
                <a:ea typeface="Times New Roman"/>
                <a:cs typeface="Times New Roman"/>
                <a:sym typeface="Times New Roman"/>
              </a:rPr>
              <a:t>Processor: -Intel i3 &amp; above</a:t>
            </a:r>
            <a:endParaRPr sz="20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a:solidFill>
                  <a:schemeClr val="dk1"/>
                </a:solidFill>
                <a:latin typeface="Times New Roman"/>
                <a:ea typeface="Times New Roman"/>
                <a:cs typeface="Times New Roman"/>
                <a:sym typeface="Times New Roman"/>
              </a:rPr>
              <a:t>Ram: -Minimum 4GB &amp; above</a:t>
            </a:r>
            <a:endParaRPr sz="20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a:solidFill>
                  <a:schemeClr val="dk1"/>
                </a:solidFill>
                <a:latin typeface="Times New Roman"/>
                <a:ea typeface="Times New Roman"/>
                <a:cs typeface="Times New Roman"/>
                <a:sym typeface="Times New Roman"/>
              </a:rPr>
              <a:t>Hard Disk: -2GB</a:t>
            </a:r>
            <a:endParaRPr sz="20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a:solidFill>
                  <a:schemeClr val="dk1"/>
                </a:solidFill>
                <a:latin typeface="Times New Roman"/>
                <a:ea typeface="Times New Roman"/>
                <a:cs typeface="Times New Roman"/>
                <a:sym typeface="Times New Roman"/>
              </a:rPr>
              <a:t>System Type: -64 bit</a:t>
            </a:r>
            <a:endParaRPr sz="2000" b="0"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30"/>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208" name="Google Shape;208;p30"/>
          <p:cNvSpPr txBox="1"/>
          <p:nvPr/>
        </p:nvSpPr>
        <p:spPr>
          <a:xfrm>
            <a:off x="612000" y="1232871"/>
            <a:ext cx="9648000" cy="1626000"/>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US" sz="2800" b="1" u="sng" strike="noStrike">
                <a:solidFill>
                  <a:schemeClr val="dk1"/>
                </a:solidFill>
                <a:latin typeface="Times New Roman"/>
                <a:ea typeface="Times New Roman"/>
                <a:cs typeface="Times New Roman"/>
                <a:sym typeface="Times New Roman"/>
              </a:rPr>
              <a:t>5.</a:t>
            </a:r>
            <a:r>
              <a:rPr lang="en-US" sz="2800" b="1" u="sng">
                <a:solidFill>
                  <a:schemeClr val="dk1"/>
                </a:solidFill>
                <a:latin typeface="Times New Roman"/>
                <a:ea typeface="Times New Roman"/>
                <a:cs typeface="Times New Roman"/>
                <a:sym typeface="Times New Roman"/>
              </a:rPr>
              <a:t>3</a:t>
            </a:r>
            <a:r>
              <a:rPr lang="en-US" sz="2800" b="1" u="sng" strike="noStrike">
                <a:solidFill>
                  <a:schemeClr val="dk1"/>
                </a:solidFill>
                <a:latin typeface="Times New Roman"/>
                <a:ea typeface="Times New Roman"/>
                <a:cs typeface="Times New Roman"/>
                <a:sym typeface="Times New Roman"/>
              </a:rPr>
              <a:t> Reliability:</a:t>
            </a:r>
            <a:endParaRPr sz="2800" b="1" strike="noStrike">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a:solidFill>
                  <a:schemeClr val="dk1"/>
                </a:solidFill>
                <a:latin typeface="Times New Roman"/>
                <a:ea typeface="Times New Roman"/>
                <a:cs typeface="Times New Roman"/>
                <a:sym typeface="Times New Roman"/>
              </a:rPr>
              <a:t>This system produce a system that it has tell whether note is fake or real.</a:t>
            </a:r>
            <a:endParaRPr sz="2000" b="0" strike="noStrike">
              <a:solidFill>
                <a:schemeClr val="dk1"/>
              </a:solidFill>
              <a:latin typeface="Times New Roman"/>
              <a:ea typeface="Times New Roman"/>
              <a:cs typeface="Times New Roman"/>
              <a:sym typeface="Times New Roman"/>
            </a:endParaRPr>
          </a:p>
        </p:txBody>
      </p:sp>
      <p:sp>
        <p:nvSpPr>
          <p:cNvPr id="209" name="Google Shape;209;p30"/>
          <p:cNvSpPr txBox="1"/>
          <p:nvPr/>
        </p:nvSpPr>
        <p:spPr>
          <a:xfrm>
            <a:off x="485900" y="2493986"/>
            <a:ext cx="9720000" cy="16260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800" b="1" u="sng" strike="noStrike">
                <a:solidFill>
                  <a:schemeClr val="dk1"/>
                </a:solidFill>
                <a:latin typeface="Times New Roman"/>
                <a:ea typeface="Times New Roman"/>
                <a:cs typeface="Times New Roman"/>
                <a:sym typeface="Times New Roman"/>
              </a:rPr>
              <a:t>5.</a:t>
            </a:r>
            <a:r>
              <a:rPr lang="en-US" sz="2800" b="1" u="sng">
                <a:solidFill>
                  <a:schemeClr val="dk1"/>
                </a:solidFill>
                <a:latin typeface="Times New Roman"/>
                <a:ea typeface="Times New Roman"/>
                <a:cs typeface="Times New Roman"/>
                <a:sym typeface="Times New Roman"/>
              </a:rPr>
              <a:t>4</a:t>
            </a:r>
            <a:r>
              <a:rPr lang="en-US" sz="2800" b="1" u="sng" strike="noStrike">
                <a:solidFill>
                  <a:schemeClr val="dk1"/>
                </a:solidFill>
                <a:latin typeface="Times New Roman"/>
                <a:ea typeface="Times New Roman"/>
                <a:cs typeface="Times New Roman"/>
                <a:sym typeface="Times New Roman"/>
              </a:rPr>
              <a:t> Performance: </a:t>
            </a:r>
            <a:endParaRPr sz="2800" b="0" strike="noStrike">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b="0" strike="noStrike">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a:solidFill>
                  <a:schemeClr val="dk1"/>
                </a:solidFill>
                <a:latin typeface="Times New Roman"/>
                <a:ea typeface="Times New Roman"/>
                <a:cs typeface="Times New Roman"/>
                <a:sym typeface="Times New Roman"/>
              </a:rPr>
              <a:t>As it makes use of model that help us to make the system high having performance output</a:t>
            </a:r>
            <a:r>
              <a:rPr lang="en-US" sz="1800">
                <a:solidFill>
                  <a:schemeClr val="dk1"/>
                </a:solidFill>
                <a:latin typeface="Calibri"/>
                <a:ea typeface="Calibri"/>
                <a:cs typeface="Calibri"/>
                <a:sym typeface="Calibri"/>
              </a:rPr>
              <a:t>.</a:t>
            </a:r>
            <a:endParaRPr sz="1800" b="0"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3"/>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215" name="Google Shape;215;p33"/>
          <p:cNvSpPr txBox="1"/>
          <p:nvPr/>
        </p:nvSpPr>
        <p:spPr>
          <a:xfrm>
            <a:off x="720000" y="1285673"/>
            <a:ext cx="8280000" cy="48672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800" b="1" u="sng" strike="noStrike">
                <a:solidFill>
                  <a:schemeClr val="dk1"/>
                </a:solidFill>
                <a:latin typeface="Times New Roman"/>
                <a:ea typeface="Times New Roman"/>
                <a:cs typeface="Times New Roman"/>
                <a:sym typeface="Times New Roman"/>
              </a:rPr>
              <a:t>6 System Architecture:</a:t>
            </a:r>
            <a:endParaRPr sz="2800" b="0" strike="noStrike">
              <a:solidFill>
                <a:schemeClr val="dk1"/>
              </a:solidFill>
              <a:latin typeface="Times New Roman"/>
              <a:ea typeface="Times New Roman"/>
              <a:cs typeface="Times New Roman"/>
              <a:sym typeface="Times New Roman"/>
            </a:endParaRPr>
          </a:p>
        </p:txBody>
      </p:sp>
      <p:sp>
        <p:nvSpPr>
          <p:cNvPr id="216" name="Google Shape;216;p33"/>
          <p:cNvSpPr txBox="1"/>
          <p:nvPr/>
        </p:nvSpPr>
        <p:spPr>
          <a:xfrm>
            <a:off x="1152000" y="2062865"/>
            <a:ext cx="3960000" cy="34632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000" b="1" u="sng" strike="noStrike">
                <a:solidFill>
                  <a:schemeClr val="dk1"/>
                </a:solidFill>
                <a:latin typeface="Times New Roman"/>
                <a:ea typeface="Times New Roman"/>
                <a:cs typeface="Times New Roman"/>
                <a:sym typeface="Times New Roman"/>
              </a:rPr>
              <a:t>6.1 System architecture:</a:t>
            </a:r>
            <a:endParaRPr/>
          </a:p>
        </p:txBody>
      </p:sp>
      <p:sp>
        <p:nvSpPr>
          <p:cNvPr id="217" name="Google Shape;217;p33"/>
          <p:cNvSpPr/>
          <p:nvPr/>
        </p:nvSpPr>
        <p:spPr>
          <a:xfrm>
            <a:off x="914400" y="3330550"/>
            <a:ext cx="1762200" cy="9810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Input Currency </a:t>
            </a:r>
            <a:endParaRPr/>
          </a:p>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Note</a:t>
            </a:r>
            <a:endParaRPr sz="1800" b="0" i="0" u="none" strike="noStrike" cap="none">
              <a:solidFill>
                <a:srgbClr val="FFFFFF"/>
              </a:solidFill>
              <a:latin typeface="Trebuchet MS"/>
              <a:ea typeface="Trebuchet MS"/>
              <a:cs typeface="Trebuchet MS"/>
              <a:sym typeface="Trebuchet MS"/>
            </a:endParaRPr>
          </a:p>
        </p:txBody>
      </p:sp>
      <p:sp>
        <p:nvSpPr>
          <p:cNvPr id="218" name="Google Shape;218;p33"/>
          <p:cNvSpPr/>
          <p:nvPr/>
        </p:nvSpPr>
        <p:spPr>
          <a:xfrm>
            <a:off x="3381356" y="3330550"/>
            <a:ext cx="1762200" cy="9810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Gray scale</a:t>
            </a:r>
            <a:endParaRPr sz="1800" b="0" i="0" u="none" strike="noStrike" cap="none">
              <a:solidFill>
                <a:srgbClr val="FFFFFF"/>
              </a:solidFill>
              <a:latin typeface="Trebuchet MS"/>
              <a:ea typeface="Trebuchet MS"/>
              <a:cs typeface="Trebuchet MS"/>
              <a:sym typeface="Trebuchet MS"/>
            </a:endParaRPr>
          </a:p>
        </p:txBody>
      </p:sp>
      <p:sp>
        <p:nvSpPr>
          <p:cNvPr id="219" name="Google Shape;219;p33"/>
          <p:cNvSpPr/>
          <p:nvPr/>
        </p:nvSpPr>
        <p:spPr>
          <a:xfrm>
            <a:off x="914400" y="4949800"/>
            <a:ext cx="1762200" cy="9810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Fake &amp; real </a:t>
            </a:r>
            <a:endParaRPr/>
          </a:p>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Currency note data set</a:t>
            </a:r>
            <a:endParaRPr sz="1800" b="0" i="0" u="none" strike="noStrike" cap="none">
              <a:solidFill>
                <a:srgbClr val="FFFFFF"/>
              </a:solidFill>
              <a:latin typeface="Trebuchet MS"/>
              <a:ea typeface="Trebuchet MS"/>
              <a:cs typeface="Trebuchet MS"/>
              <a:sym typeface="Trebuchet MS"/>
            </a:endParaRPr>
          </a:p>
        </p:txBody>
      </p:sp>
      <p:sp>
        <p:nvSpPr>
          <p:cNvPr id="220" name="Google Shape;220;p33"/>
          <p:cNvSpPr/>
          <p:nvPr/>
        </p:nvSpPr>
        <p:spPr>
          <a:xfrm>
            <a:off x="3319444" y="4749775"/>
            <a:ext cx="1214400" cy="6762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Train data</a:t>
            </a:r>
            <a:endParaRPr sz="1800" b="0" i="0" u="none" strike="noStrike" cap="none">
              <a:solidFill>
                <a:srgbClr val="FFFFFF"/>
              </a:solidFill>
              <a:latin typeface="Trebuchet MS"/>
              <a:ea typeface="Trebuchet MS"/>
              <a:cs typeface="Trebuchet MS"/>
              <a:sym typeface="Trebuchet MS"/>
            </a:endParaRPr>
          </a:p>
        </p:txBody>
      </p:sp>
      <p:sp>
        <p:nvSpPr>
          <p:cNvPr id="221" name="Google Shape;221;p33"/>
          <p:cNvSpPr/>
          <p:nvPr/>
        </p:nvSpPr>
        <p:spPr>
          <a:xfrm>
            <a:off x="3319444" y="5735618"/>
            <a:ext cx="1214400" cy="6762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Test</a:t>
            </a:r>
            <a:endParaRPr/>
          </a:p>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data</a:t>
            </a:r>
            <a:endParaRPr sz="1800" b="0" i="0" u="none" strike="noStrike" cap="none">
              <a:solidFill>
                <a:srgbClr val="FFFFFF"/>
              </a:solidFill>
              <a:latin typeface="Trebuchet MS"/>
              <a:ea typeface="Trebuchet MS"/>
              <a:cs typeface="Trebuchet MS"/>
              <a:sym typeface="Trebuchet MS"/>
            </a:endParaRPr>
          </a:p>
        </p:txBody>
      </p:sp>
      <p:sp>
        <p:nvSpPr>
          <p:cNvPr id="222" name="Google Shape;222;p33"/>
          <p:cNvSpPr/>
          <p:nvPr/>
        </p:nvSpPr>
        <p:spPr>
          <a:xfrm>
            <a:off x="5257781" y="5021238"/>
            <a:ext cx="1762200" cy="9810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CNN</a:t>
            </a:r>
            <a:endParaRPr/>
          </a:p>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Model</a:t>
            </a:r>
            <a:endParaRPr sz="1800" b="0" i="0" u="none" strike="noStrike" cap="none">
              <a:solidFill>
                <a:srgbClr val="FFFFFF"/>
              </a:solidFill>
              <a:latin typeface="Trebuchet MS"/>
              <a:ea typeface="Trebuchet MS"/>
              <a:cs typeface="Trebuchet MS"/>
              <a:sym typeface="Trebuchet MS"/>
            </a:endParaRPr>
          </a:p>
        </p:txBody>
      </p:sp>
      <p:sp>
        <p:nvSpPr>
          <p:cNvPr id="223" name="Google Shape;223;p33"/>
          <p:cNvSpPr/>
          <p:nvPr/>
        </p:nvSpPr>
        <p:spPr>
          <a:xfrm>
            <a:off x="7762885" y="5021238"/>
            <a:ext cx="1762200" cy="9810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Output</a:t>
            </a:r>
            <a:endParaRPr/>
          </a:p>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Prediction</a:t>
            </a:r>
            <a:endParaRPr/>
          </a:p>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(Fake or Real)</a:t>
            </a:r>
            <a:endParaRPr sz="1800" b="0" i="0" u="none" strike="noStrike" cap="none">
              <a:solidFill>
                <a:srgbClr val="FFFFFF"/>
              </a:solidFill>
              <a:latin typeface="Trebuchet MS"/>
              <a:ea typeface="Trebuchet MS"/>
              <a:cs typeface="Trebuchet MS"/>
              <a:sym typeface="Trebuchet MS"/>
            </a:endParaRPr>
          </a:p>
        </p:txBody>
      </p:sp>
      <p:cxnSp>
        <p:nvCxnSpPr>
          <p:cNvPr id="224" name="Google Shape;224;p33"/>
          <p:cNvCxnSpPr>
            <a:stCxn id="217" idx="3"/>
            <a:endCxn id="218" idx="1"/>
          </p:cNvCxnSpPr>
          <p:nvPr/>
        </p:nvCxnSpPr>
        <p:spPr>
          <a:xfrm>
            <a:off x="2676600" y="3821050"/>
            <a:ext cx="704700" cy="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cxnSp>
        <p:nvCxnSpPr>
          <p:cNvPr id="225" name="Google Shape;225;p33"/>
          <p:cNvCxnSpPr>
            <a:endCxn id="222" idx="1"/>
          </p:cNvCxnSpPr>
          <p:nvPr/>
        </p:nvCxnSpPr>
        <p:spPr>
          <a:xfrm>
            <a:off x="4524281" y="5092638"/>
            <a:ext cx="733500" cy="41910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cxnSp>
        <p:nvCxnSpPr>
          <p:cNvPr id="226" name="Google Shape;226;p33"/>
          <p:cNvCxnSpPr/>
          <p:nvPr/>
        </p:nvCxnSpPr>
        <p:spPr>
          <a:xfrm rot="10800000" flipH="1">
            <a:off x="4524364" y="5641008"/>
            <a:ext cx="790500" cy="45180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cxnSp>
        <p:nvCxnSpPr>
          <p:cNvPr id="227" name="Google Shape;227;p33"/>
          <p:cNvCxnSpPr/>
          <p:nvPr/>
        </p:nvCxnSpPr>
        <p:spPr>
          <a:xfrm rot="10800000" flipH="1">
            <a:off x="2667000" y="5030575"/>
            <a:ext cx="652500" cy="36690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cxnSp>
        <p:nvCxnSpPr>
          <p:cNvPr id="228" name="Google Shape;228;p33"/>
          <p:cNvCxnSpPr>
            <a:endCxn id="221" idx="1"/>
          </p:cNvCxnSpPr>
          <p:nvPr/>
        </p:nvCxnSpPr>
        <p:spPr>
          <a:xfrm>
            <a:off x="2666944" y="5592818"/>
            <a:ext cx="652500" cy="48090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cxnSp>
        <p:nvCxnSpPr>
          <p:cNvPr id="229" name="Google Shape;229;p33"/>
          <p:cNvCxnSpPr/>
          <p:nvPr/>
        </p:nvCxnSpPr>
        <p:spPr>
          <a:xfrm>
            <a:off x="7024693" y="5516538"/>
            <a:ext cx="704700" cy="150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cxnSp>
        <p:nvCxnSpPr>
          <p:cNvPr id="230" name="Google Shape;230;p33"/>
          <p:cNvCxnSpPr>
            <a:stCxn id="218" idx="3"/>
            <a:endCxn id="222" idx="0"/>
          </p:cNvCxnSpPr>
          <p:nvPr/>
        </p:nvCxnSpPr>
        <p:spPr>
          <a:xfrm>
            <a:off x="5143556" y="3821050"/>
            <a:ext cx="995400" cy="1200300"/>
          </a:xfrm>
          <a:prstGeom prst="bentConnector2">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4"/>
          <p:cNvSpPr/>
          <p:nvPr/>
        </p:nvSpPr>
        <p:spPr>
          <a:xfrm>
            <a:off x="1094931" y="1327102"/>
            <a:ext cx="211102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a:solidFill>
                  <a:schemeClr val="dk1"/>
                </a:solidFill>
                <a:latin typeface="Times New Roman"/>
                <a:ea typeface="Times New Roman"/>
                <a:cs typeface="Times New Roman"/>
                <a:sym typeface="Times New Roman"/>
              </a:rPr>
              <a:t>6.2 Uml diagram:</a:t>
            </a:r>
            <a:endParaRPr sz="2000" b="1" u="sng">
              <a:solidFill>
                <a:schemeClr val="dk1"/>
              </a:solidFill>
              <a:latin typeface="Times New Roman"/>
              <a:ea typeface="Times New Roman"/>
              <a:cs typeface="Times New Roman"/>
              <a:sym typeface="Times New Roman"/>
            </a:endParaRPr>
          </a:p>
        </p:txBody>
      </p:sp>
      <p:sp>
        <p:nvSpPr>
          <p:cNvPr id="236" name="Google Shape;236;p34"/>
          <p:cNvSpPr/>
          <p:nvPr/>
        </p:nvSpPr>
        <p:spPr>
          <a:xfrm>
            <a:off x="3772515" y="6472843"/>
            <a:ext cx="31272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Usecase Diagram for Developer</a:t>
            </a:r>
            <a:endParaRPr sz="1800">
              <a:solidFill>
                <a:schemeClr val="dk1"/>
              </a:solidFill>
              <a:latin typeface="Calibri"/>
              <a:ea typeface="Calibri"/>
              <a:cs typeface="Calibri"/>
              <a:sym typeface="Calibri"/>
            </a:endParaRPr>
          </a:p>
        </p:txBody>
      </p:sp>
      <p:pic>
        <p:nvPicPr>
          <p:cNvPr id="237" name="Google Shape;237;p34" descr="D:\Monday Projects\2022 Projects\4.Fake Currency Detection\ML Usecase.jpg"/>
          <p:cNvPicPr preferRelativeResize="0"/>
          <p:nvPr/>
        </p:nvPicPr>
        <p:blipFill rotWithShape="1">
          <a:blip r:embed="rId3">
            <a:alphaModFix/>
          </a:blip>
          <a:srcRect/>
          <a:stretch/>
        </p:blipFill>
        <p:spPr>
          <a:xfrm>
            <a:off x="2819850" y="2309325"/>
            <a:ext cx="4819650" cy="3581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6"/>
          <p:cNvSpPr/>
          <p:nvPr/>
        </p:nvSpPr>
        <p:spPr>
          <a:xfrm>
            <a:off x="700483" y="645784"/>
            <a:ext cx="211102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a:solidFill>
                  <a:schemeClr val="dk1"/>
                </a:solidFill>
                <a:latin typeface="Times New Roman"/>
                <a:ea typeface="Times New Roman"/>
                <a:cs typeface="Times New Roman"/>
                <a:sym typeface="Times New Roman"/>
              </a:rPr>
              <a:t>6.2 Uml diagram:</a:t>
            </a:r>
            <a:endParaRPr sz="2000" b="1" u="sng">
              <a:solidFill>
                <a:schemeClr val="dk1"/>
              </a:solidFill>
              <a:latin typeface="Times New Roman"/>
              <a:ea typeface="Times New Roman"/>
              <a:cs typeface="Times New Roman"/>
              <a:sym typeface="Times New Roman"/>
            </a:endParaRPr>
          </a:p>
        </p:txBody>
      </p:sp>
      <p:sp>
        <p:nvSpPr>
          <p:cNvPr id="243" name="Google Shape;243;p36"/>
          <p:cNvSpPr/>
          <p:nvPr/>
        </p:nvSpPr>
        <p:spPr>
          <a:xfrm>
            <a:off x="4051519" y="6580419"/>
            <a:ext cx="20672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State Chart Diagram</a:t>
            </a:r>
            <a:endParaRPr sz="1800">
              <a:solidFill>
                <a:schemeClr val="dk1"/>
              </a:solidFill>
              <a:latin typeface="Calibri"/>
              <a:ea typeface="Calibri"/>
              <a:cs typeface="Calibri"/>
              <a:sym typeface="Calibri"/>
            </a:endParaRPr>
          </a:p>
        </p:txBody>
      </p:sp>
      <p:pic>
        <p:nvPicPr>
          <p:cNvPr id="244" name="Google Shape;244;p36" descr="C:\Users\nlvvg\vpworkspace\asdasdasd.jpg"/>
          <p:cNvPicPr preferRelativeResize="0"/>
          <p:nvPr/>
        </p:nvPicPr>
        <p:blipFill rotWithShape="1">
          <a:blip r:embed="rId3">
            <a:alphaModFix/>
          </a:blip>
          <a:srcRect/>
          <a:stretch/>
        </p:blipFill>
        <p:spPr>
          <a:xfrm>
            <a:off x="4410075" y="781050"/>
            <a:ext cx="1962150" cy="5486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7"/>
          <p:cNvSpPr/>
          <p:nvPr/>
        </p:nvSpPr>
        <p:spPr>
          <a:xfrm>
            <a:off x="879778" y="1004372"/>
            <a:ext cx="211102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a:solidFill>
                  <a:schemeClr val="dk1"/>
                </a:solidFill>
                <a:latin typeface="Times New Roman"/>
                <a:ea typeface="Times New Roman"/>
                <a:cs typeface="Times New Roman"/>
                <a:sym typeface="Times New Roman"/>
              </a:rPr>
              <a:t>6.2 Uml diagram:</a:t>
            </a:r>
            <a:endParaRPr sz="2000" b="1" u="sng">
              <a:solidFill>
                <a:schemeClr val="dk1"/>
              </a:solidFill>
              <a:latin typeface="Times New Roman"/>
              <a:ea typeface="Times New Roman"/>
              <a:cs typeface="Times New Roman"/>
              <a:sym typeface="Times New Roman"/>
            </a:endParaRPr>
          </a:p>
        </p:txBody>
      </p:sp>
      <p:sp>
        <p:nvSpPr>
          <p:cNvPr id="250" name="Google Shape;250;p37"/>
          <p:cNvSpPr/>
          <p:nvPr/>
        </p:nvSpPr>
        <p:spPr>
          <a:xfrm>
            <a:off x="4168589" y="5922944"/>
            <a:ext cx="2205317" cy="27699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sequence diagram </a:t>
            </a:r>
            <a:endParaRPr sz="1800" b="0" i="0" u="none" strike="noStrike" cap="none">
              <a:solidFill>
                <a:schemeClr val="dk1"/>
              </a:solidFill>
              <a:latin typeface="Arial"/>
              <a:ea typeface="Arial"/>
              <a:cs typeface="Arial"/>
              <a:sym typeface="Arial"/>
            </a:endParaRPr>
          </a:p>
        </p:txBody>
      </p:sp>
      <p:pic>
        <p:nvPicPr>
          <p:cNvPr id="251" name="Google Shape;251;p37" descr="D:\Monday Projects\2022 Projects\4.Fake Currency Detection\ML Sequence.jpg"/>
          <p:cNvPicPr preferRelativeResize="0"/>
          <p:nvPr/>
        </p:nvPicPr>
        <p:blipFill rotWithShape="1">
          <a:blip r:embed="rId3">
            <a:alphaModFix/>
          </a:blip>
          <a:srcRect/>
          <a:stretch/>
        </p:blipFill>
        <p:spPr>
          <a:xfrm>
            <a:off x="1381125" y="2124075"/>
            <a:ext cx="8153400" cy="3581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8"/>
          <p:cNvSpPr/>
          <p:nvPr/>
        </p:nvSpPr>
        <p:spPr>
          <a:xfrm>
            <a:off x="1310084" y="1291243"/>
            <a:ext cx="211102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a:solidFill>
                  <a:schemeClr val="dk1"/>
                </a:solidFill>
                <a:latin typeface="Times New Roman"/>
                <a:ea typeface="Times New Roman"/>
                <a:cs typeface="Times New Roman"/>
                <a:sym typeface="Times New Roman"/>
              </a:rPr>
              <a:t>6.2 Uml diagram:</a:t>
            </a:r>
            <a:endParaRPr sz="2000" b="1" u="sng">
              <a:solidFill>
                <a:schemeClr val="dk1"/>
              </a:solidFill>
              <a:latin typeface="Times New Roman"/>
              <a:ea typeface="Times New Roman"/>
              <a:cs typeface="Times New Roman"/>
              <a:sym typeface="Times New Roman"/>
            </a:endParaRPr>
          </a:p>
        </p:txBody>
      </p:sp>
      <p:pic>
        <p:nvPicPr>
          <p:cNvPr id="257" name="Google Shape;257;p38"/>
          <p:cNvPicPr preferRelativeResize="0"/>
          <p:nvPr/>
        </p:nvPicPr>
        <p:blipFill rotWithShape="1">
          <a:blip r:embed="rId3">
            <a:alphaModFix/>
          </a:blip>
          <a:srcRect/>
          <a:stretch/>
        </p:blipFill>
        <p:spPr>
          <a:xfrm>
            <a:off x="2636996" y="2484437"/>
            <a:ext cx="5417820" cy="2590800"/>
          </a:xfrm>
          <a:prstGeom prst="rect">
            <a:avLst/>
          </a:prstGeom>
          <a:noFill/>
          <a:ln>
            <a:noFill/>
          </a:ln>
        </p:spPr>
      </p:pic>
      <p:sp>
        <p:nvSpPr>
          <p:cNvPr id="258" name="Google Shape;258;p38"/>
          <p:cNvSpPr/>
          <p:nvPr/>
        </p:nvSpPr>
        <p:spPr>
          <a:xfrm>
            <a:off x="4252203" y="5415008"/>
            <a:ext cx="24906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Communication diagram</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9"/>
          <p:cNvSpPr/>
          <p:nvPr/>
        </p:nvSpPr>
        <p:spPr>
          <a:xfrm>
            <a:off x="1050108" y="1336066"/>
            <a:ext cx="211102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a:solidFill>
                  <a:schemeClr val="dk1"/>
                </a:solidFill>
                <a:latin typeface="Times New Roman"/>
                <a:ea typeface="Times New Roman"/>
                <a:cs typeface="Times New Roman"/>
                <a:sym typeface="Times New Roman"/>
              </a:rPr>
              <a:t>6.2 Uml diagram:</a:t>
            </a:r>
            <a:endParaRPr sz="2000" b="1" u="sng">
              <a:solidFill>
                <a:schemeClr val="dk1"/>
              </a:solidFill>
              <a:latin typeface="Times New Roman"/>
              <a:ea typeface="Times New Roman"/>
              <a:cs typeface="Times New Roman"/>
              <a:sym typeface="Times New Roman"/>
            </a:endParaRPr>
          </a:p>
        </p:txBody>
      </p:sp>
      <p:pic>
        <p:nvPicPr>
          <p:cNvPr id="264" name="Google Shape;264;p39"/>
          <p:cNvPicPr preferRelativeResize="0"/>
          <p:nvPr/>
        </p:nvPicPr>
        <p:blipFill rotWithShape="1">
          <a:blip r:embed="rId3">
            <a:alphaModFix/>
          </a:blip>
          <a:srcRect/>
          <a:stretch/>
        </p:blipFill>
        <p:spPr>
          <a:xfrm>
            <a:off x="3999597" y="2023348"/>
            <a:ext cx="2692619" cy="3512979"/>
          </a:xfrm>
          <a:prstGeom prst="rect">
            <a:avLst/>
          </a:prstGeom>
          <a:noFill/>
          <a:ln w="9525" cap="flat" cmpd="sng">
            <a:solidFill>
              <a:schemeClr val="dk1"/>
            </a:solidFill>
            <a:prstDash val="solid"/>
            <a:round/>
            <a:headEnd type="none" w="sm" len="sm"/>
            <a:tailEnd type="none" w="sm" len="sm"/>
          </a:ln>
        </p:spPr>
      </p:pic>
      <p:sp>
        <p:nvSpPr>
          <p:cNvPr id="265" name="Google Shape;265;p39"/>
          <p:cNvSpPr/>
          <p:nvPr/>
        </p:nvSpPr>
        <p:spPr>
          <a:xfrm>
            <a:off x="4572000" y="5931060"/>
            <a:ext cx="1766047" cy="55399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Component Diagram</a:t>
            </a:r>
            <a:endParaRPr sz="7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0"/>
          <p:cNvSpPr/>
          <p:nvPr/>
        </p:nvSpPr>
        <p:spPr>
          <a:xfrm>
            <a:off x="476366" y="538208"/>
            <a:ext cx="211102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a:solidFill>
                  <a:schemeClr val="dk1"/>
                </a:solidFill>
                <a:latin typeface="Times New Roman"/>
                <a:ea typeface="Times New Roman"/>
                <a:cs typeface="Times New Roman"/>
                <a:sym typeface="Times New Roman"/>
              </a:rPr>
              <a:t>6.2 Uml diagram:</a:t>
            </a:r>
            <a:endParaRPr sz="2000" b="1" u="sng">
              <a:solidFill>
                <a:schemeClr val="dk1"/>
              </a:solidFill>
              <a:latin typeface="Times New Roman"/>
              <a:ea typeface="Times New Roman"/>
              <a:cs typeface="Times New Roman"/>
              <a:sym typeface="Times New Roman"/>
            </a:endParaRPr>
          </a:p>
        </p:txBody>
      </p:sp>
      <p:pic>
        <p:nvPicPr>
          <p:cNvPr id="271" name="Google Shape;271;p40"/>
          <p:cNvPicPr preferRelativeResize="0"/>
          <p:nvPr/>
        </p:nvPicPr>
        <p:blipFill rotWithShape="1">
          <a:blip r:embed="rId3">
            <a:alphaModFix/>
          </a:blip>
          <a:srcRect/>
          <a:stretch/>
        </p:blipFill>
        <p:spPr>
          <a:xfrm>
            <a:off x="3747348" y="1055339"/>
            <a:ext cx="3197116" cy="5448996"/>
          </a:xfrm>
          <a:prstGeom prst="rect">
            <a:avLst/>
          </a:prstGeom>
          <a:noFill/>
          <a:ln w="9525" cap="flat" cmpd="sng">
            <a:solidFill>
              <a:schemeClr val="dk1"/>
            </a:solidFill>
            <a:prstDash val="solid"/>
            <a:miter lim="800000"/>
            <a:headEnd type="none" w="sm" len="sm"/>
            <a:tailEnd type="none" w="sm" len="sm"/>
          </a:ln>
        </p:spPr>
      </p:pic>
      <p:sp>
        <p:nvSpPr>
          <p:cNvPr id="272" name="Google Shape;272;p40"/>
          <p:cNvSpPr/>
          <p:nvPr/>
        </p:nvSpPr>
        <p:spPr>
          <a:xfrm>
            <a:off x="4274474" y="6607314"/>
            <a:ext cx="217713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Deployment Diagram</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1"/>
          <p:cNvSpPr txBox="1">
            <a:spLocks noGrp="1"/>
          </p:cNvSpPr>
          <p:nvPr>
            <p:ph type="title"/>
          </p:nvPr>
        </p:nvSpPr>
        <p:spPr>
          <a:xfrm>
            <a:off x="762000" y="555813"/>
            <a:ext cx="8823786" cy="991754"/>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a:latin typeface="Times New Roman"/>
                <a:ea typeface="Times New Roman"/>
                <a:cs typeface="Times New Roman"/>
                <a:sym typeface="Times New Roman"/>
              </a:rPr>
              <a:t>Conclusion</a:t>
            </a:r>
            <a:endParaRPr sz="4000" b="1">
              <a:latin typeface="Times New Roman"/>
              <a:ea typeface="Times New Roman"/>
              <a:cs typeface="Times New Roman"/>
              <a:sym typeface="Times New Roman"/>
            </a:endParaRPr>
          </a:p>
        </p:txBody>
      </p:sp>
      <p:sp>
        <p:nvSpPr>
          <p:cNvPr id="278" name="Google Shape;278;p41"/>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p>
            <a:pPr marL="100793" lvl="0" indent="-100793" algn="l" rtl="0">
              <a:lnSpc>
                <a:spcPct val="90000"/>
              </a:lnSpc>
              <a:spcBef>
                <a:spcPts val="0"/>
              </a:spcBef>
              <a:spcAft>
                <a:spcPts val="0"/>
              </a:spcAft>
              <a:buSzPts val="2200"/>
              <a:buNone/>
            </a:pPr>
            <a:r>
              <a:rPr lang="en-US"/>
              <a:t>• </a:t>
            </a:r>
            <a:r>
              <a:rPr lang="en-US">
                <a:latin typeface="Times New Roman"/>
                <a:ea typeface="Times New Roman"/>
                <a:cs typeface="Times New Roman"/>
                <a:sym typeface="Times New Roman"/>
              </a:rPr>
              <a:t>We commenced with a brief introduction to our system and discussed the scope and objectives of our project. During the literature survey we got an opportunity to look closely into the problem that people are facing in the current environment, we reviewed multiple research papers we selected five papers as our base research papers. We analyzed all existing architectures of our base papers and by understanding their working we have discovered some flaws in the currently existing system. We have kept all the prime features of existing systems as a primary focus with some of the additional features for our proposed system.</a:t>
            </a:r>
            <a:endParaRPr>
              <a:latin typeface="Times New Roman"/>
              <a:ea typeface="Times New Roman"/>
              <a:cs typeface="Times New Roman"/>
              <a:sym typeface="Times New Roman"/>
            </a:endParaRPr>
          </a:p>
          <a:p>
            <a:pPr marL="100793" lvl="0" indent="-100793" algn="l" rtl="0">
              <a:lnSpc>
                <a:spcPct val="90000"/>
              </a:lnSpc>
              <a:spcBef>
                <a:spcPts val="0"/>
              </a:spcBef>
              <a:spcAft>
                <a:spcPts val="0"/>
              </a:spcAft>
              <a:buSzPts val="2200"/>
              <a:buNone/>
            </a:pPr>
            <a:endParaRPr>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3"/>
          <p:cNvSpPr txBox="1">
            <a:spLocks noGrp="1"/>
          </p:cNvSpPr>
          <p:nvPr>
            <p:ph type="title"/>
          </p:nvPr>
        </p:nvSpPr>
        <p:spPr>
          <a:xfrm>
            <a:off x="959222" y="1013012"/>
            <a:ext cx="8438303" cy="857284"/>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a:latin typeface="Times New Roman"/>
                <a:ea typeface="Times New Roman"/>
                <a:cs typeface="Times New Roman"/>
                <a:sym typeface="Times New Roman"/>
              </a:rPr>
              <a:t>References</a:t>
            </a:r>
            <a:endParaRPr sz="4000" b="1">
              <a:latin typeface="Times New Roman"/>
              <a:ea typeface="Times New Roman"/>
              <a:cs typeface="Times New Roman"/>
              <a:sym typeface="Times New Roman"/>
            </a:endParaRPr>
          </a:p>
        </p:txBody>
      </p:sp>
      <p:sp>
        <p:nvSpPr>
          <p:cNvPr id="284" name="Google Shape;284;p43"/>
          <p:cNvSpPr txBox="1">
            <a:spLocks noGrp="1"/>
          </p:cNvSpPr>
          <p:nvPr>
            <p:ph type="body" idx="1"/>
          </p:nvPr>
        </p:nvSpPr>
        <p:spPr>
          <a:xfrm>
            <a:off x="887505" y="1963270"/>
            <a:ext cx="8895505" cy="4506319"/>
          </a:xfrm>
          <a:prstGeom prst="rect">
            <a:avLst/>
          </a:prstGeom>
          <a:noFill/>
          <a:ln>
            <a:noFill/>
          </a:ln>
        </p:spPr>
        <p:txBody>
          <a:bodyPr spcFirstLastPara="1" wrap="square" lIns="0" tIns="45700" rIns="0" bIns="45700" anchor="t" anchorCtr="0">
            <a:noAutofit/>
          </a:bodyPr>
          <a:lstStyle/>
          <a:p>
            <a:pPr marL="100793" lvl="0" indent="-142240" algn="just" rtl="0">
              <a:lnSpc>
                <a:spcPct val="115000"/>
              </a:lnSpc>
              <a:spcBef>
                <a:spcPts val="0"/>
              </a:spcBef>
              <a:spcAft>
                <a:spcPts val="0"/>
              </a:spcAft>
              <a:buSzPts val="2240"/>
              <a:buChar char=" "/>
            </a:pPr>
            <a:r>
              <a:rPr lang="en-US" sz="2243"/>
              <a:t>[1] Dr. S. V. Viraktamath, Kshama Tallur and Rohan Bhadavankar, Vidya “Review on Detection of Fake Currency using Image processing Techniques”, IEEE Xplore Part Number: CFP21K74-ART; ISBN: 978-0-7381-1327-2</a:t>
            </a:r>
            <a:endParaRPr sz="2243"/>
          </a:p>
          <a:p>
            <a:pPr marL="100793" lvl="0" indent="-142240" algn="just" rtl="0">
              <a:lnSpc>
                <a:spcPct val="115000"/>
              </a:lnSpc>
              <a:spcBef>
                <a:spcPts val="0"/>
              </a:spcBef>
              <a:spcAft>
                <a:spcPts val="0"/>
              </a:spcAft>
              <a:buSzPts val="2240"/>
              <a:buChar char=" "/>
            </a:pPr>
            <a:r>
              <a:rPr lang="en-US" sz="2243"/>
              <a:t>[2] M s. Megha Jadhav, Dr. Yogesh kumar Sharma, Dr. G. M. Bhandari, “Currency Identification and Forged Banknote Detection using Deep Learning”, ISBN -978-1-7281-1901-4</a:t>
            </a:r>
            <a:endParaRPr sz="2243"/>
          </a:p>
          <a:p>
            <a:pPr marL="100793" lvl="0" indent="-142240" algn="just" rtl="0">
              <a:lnSpc>
                <a:spcPct val="115000"/>
              </a:lnSpc>
              <a:spcBef>
                <a:spcPts val="0"/>
              </a:spcBef>
              <a:spcAft>
                <a:spcPts val="0"/>
              </a:spcAft>
              <a:buSzPts val="2240"/>
              <a:buChar char=" "/>
            </a:pPr>
            <a:r>
              <a:rPr lang="en-US" sz="2243"/>
              <a:t>[3] Aman Bhatia, Vansh Kedia, Anshul Shroff, Mayand Kumar, Bickey Kumar Shah and Bickey Kumar Shah, “Aman Bhatia, Vansh Kedia, Anshul Shroff, Mayand Kumar, Bickey Kumar Shah and Bickey Kumar Shah”, December 1, 2016, date of current version January 27, 2017.</a:t>
            </a:r>
            <a:endParaRPr sz="2243"/>
          </a:p>
          <a:p>
            <a:pPr marL="100793" lvl="0" indent="0" algn="l" rtl="0">
              <a:lnSpc>
                <a:spcPct val="70000"/>
              </a:lnSpc>
              <a:spcBef>
                <a:spcPts val="1543"/>
              </a:spcBef>
              <a:spcAft>
                <a:spcPts val="0"/>
              </a:spcAft>
              <a:buNone/>
            </a:pPr>
            <a:endParaRPr sz="1543"/>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4"/>
          <p:cNvSpPr/>
          <p:nvPr/>
        </p:nvSpPr>
        <p:spPr>
          <a:xfrm>
            <a:off x="2375640" y="1872000"/>
            <a:ext cx="5904360" cy="3240000"/>
          </a:xfrm>
          <a:prstGeom prst="cloudCallout">
            <a:avLst>
              <a:gd name="adj1" fmla="val -20833"/>
              <a:gd name="adj2" fmla="val 62500"/>
            </a:avLst>
          </a:prstGeom>
          <a:solidFill>
            <a:schemeClr val="accent2"/>
          </a:solidFill>
          <a:ln>
            <a:noFill/>
          </a:ln>
          <a:effectLst>
            <a:outerShdw blurRad="190500" dist="228593" dir="2700000" algn="ctr">
              <a:srgbClr val="000000">
                <a:alpha val="29803"/>
              </a:srgbClr>
            </a:outerShdw>
            <a:reflection stA="52000" endA="300" endPos="35000" sy="-100000" algn="bl" rotWithShape="0"/>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4800" b="1" strike="noStrike">
                <a:solidFill>
                  <a:srgbClr val="F8F8F8"/>
                </a:solidFill>
                <a:latin typeface="Bell MT"/>
                <a:ea typeface="Bell MT"/>
                <a:cs typeface="Bell MT"/>
                <a:sym typeface="Bell MT"/>
              </a:rPr>
              <a:t>Thankyou</a:t>
            </a:r>
            <a:endParaRPr sz="4800" b="0"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1440</Words>
  <Application>Microsoft Office PowerPoint</Application>
  <PresentationFormat>Custom</PresentationFormat>
  <Paragraphs>118</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Bell MT</vt:lpstr>
      <vt:lpstr>Trebuchet MS</vt:lpstr>
      <vt:lpstr>Times New Roman</vt:lpstr>
      <vt:lpstr>Calibri</vt:lpstr>
      <vt:lpstr>Noto Sans Symbols</vt:lpstr>
      <vt:lpstr>Retrospect</vt:lpstr>
      <vt:lpstr>PowerPoint Presentation</vt:lpstr>
      <vt:lpstr>Abstract</vt:lpstr>
      <vt:lpstr>  Introduction </vt:lpstr>
      <vt:lpstr>Introduction </vt:lpstr>
      <vt:lpstr>Machine Learning</vt:lpstr>
      <vt:lpstr>PowerPoint Presentation</vt:lpstr>
      <vt:lpstr>Dataset</vt:lpstr>
      <vt:lpstr>About Dataset</vt:lpstr>
      <vt:lpstr>CNN (Convolutional Neural Networks)</vt:lpstr>
      <vt:lpstr>CNN</vt:lpstr>
      <vt:lpstr>CNN Architecture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Chowdary</dc:creator>
  <cp:lastModifiedBy>karthik a</cp:lastModifiedBy>
  <cp:revision>2</cp:revision>
  <dcterms:created xsi:type="dcterms:W3CDTF">2022-04-12T18:52:56Z</dcterms:created>
  <dcterms:modified xsi:type="dcterms:W3CDTF">2023-01-27T15:32:51Z</dcterms:modified>
</cp:coreProperties>
</file>